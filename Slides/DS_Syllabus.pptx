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3"/>
  </p:notesMasterIdLst>
  <p:handoutMasterIdLst>
    <p:handoutMasterId r:id="rId24"/>
  </p:handoutMasterIdLst>
  <p:sldIdLst>
    <p:sldId id="272" r:id="rId2"/>
    <p:sldId id="299" r:id="rId3"/>
    <p:sldId id="298" r:id="rId4"/>
    <p:sldId id="293" r:id="rId5"/>
    <p:sldId id="300" r:id="rId6"/>
    <p:sldId id="274" r:id="rId7"/>
    <p:sldId id="275" r:id="rId8"/>
    <p:sldId id="278" r:id="rId9"/>
    <p:sldId id="296" r:id="rId10"/>
    <p:sldId id="301" r:id="rId11"/>
    <p:sldId id="302" r:id="rId12"/>
    <p:sldId id="297" r:id="rId13"/>
    <p:sldId id="281" r:id="rId14"/>
    <p:sldId id="814" r:id="rId15"/>
    <p:sldId id="303" r:id="rId16"/>
    <p:sldId id="812" r:id="rId17"/>
    <p:sldId id="813" r:id="rId18"/>
    <p:sldId id="809" r:id="rId19"/>
    <p:sldId id="811" r:id="rId20"/>
    <p:sldId id="810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A0FB66-C51C-4AA3-9F6E-A01D6357A305}">
          <p14:sldIdLst/>
        </p14:section>
        <p14:section name="Untitled Section" id="{8EC05921-5362-427B-A450-FF5708C89B83}">
          <p14:sldIdLst>
            <p14:sldId id="272"/>
            <p14:sldId id="299"/>
            <p14:sldId id="298"/>
            <p14:sldId id="293"/>
            <p14:sldId id="300"/>
            <p14:sldId id="274"/>
            <p14:sldId id="275"/>
            <p14:sldId id="278"/>
            <p14:sldId id="296"/>
            <p14:sldId id="301"/>
            <p14:sldId id="302"/>
            <p14:sldId id="297"/>
            <p14:sldId id="281"/>
            <p14:sldId id="814"/>
            <p14:sldId id="303"/>
            <p14:sldId id="812"/>
            <p14:sldId id="813"/>
            <p14:sldId id="809"/>
            <p14:sldId id="811"/>
            <p14:sldId id="810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hdi" initials="M" lastIdx="1" clrIdx="0">
    <p:extLst>
      <p:ext uri="{19B8F6BF-5375-455C-9EA6-DF929625EA0E}">
        <p15:presenceInfo xmlns:p15="http://schemas.microsoft.com/office/powerpoint/2012/main" userId="Mahd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0000"/>
    <a:srgbClr val="DEDEDE"/>
    <a:srgbClr val="FFFFFF"/>
    <a:srgbClr val="02E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1782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2605F-05F2-4401-A928-06AC0AAF850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24AB4-0CF3-4667-9612-3BFE1062A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88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10-01T12:09:11.26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17559 4217 731 0,'-14'5'31'0,"-1"2"8"0,-5 0-28 15,2 4 18-15,-2-4 8 0,1 4 13 16,-3-2 12-16,-1 0-13 0,0-1 0 15,0 1-4-15,-1 2-8 0,3-1-8 16,-2 3-9-16,-4 1-7 0,4 2-6 16,-5 5-3-16,-6-2-1 0,0 3-1 15,-7-2 0-15,-3 2 1 0,-1 1 2 0,2 0 5 16,5 0 8-16,3 3 7 0,4 0 4 16,4 0 3-16,2 1-3 0,3-1-4 15,3-3-5-15,0-3-8 0,-3 1-5 16,2-2 2-16,-3 2 10 0,-2-5 9 15,2 0 7-15,-1-2 4 0,0-4-5 16,3 5-7-16,-4-1-6 0,4-1-7 0,1-1-5 16,0-3-4-16,6 0-2 0,2-3-1 15,-2 2 1-15,4-4 0 0,0-1 0 16,2 0 1-16,3 2-2 0,0-2 1 16,1 0 0-16,4-3-1 0,-1 2 0 15,0-2 1-15,0 0 0 0,1 0-9 16,0 0-27-16,0 0-48 0,0 0-262 15,-3-8 218-15</inkml:trace>
  <inkml:trace contextRef="#ctx0" brushRef="#br0" timeOffset="1051.41">18147 4304 755 0,'24'2'70'0,"-8"-8"42"0,-2 6-45 0,-12-1-28 0,0 0-22 16,3 3-18-16,-3-2-4 0,-3 0 3 15,0 3 8-15,-3 1 6 16,-6 5 6-16,1 4-1 0,-8-1-2 0,-4 5 4 16,0-2-2-16,-2 2 2 0,0 2 1 15,-2 0-1-15,-2 3-1 0,0 1-1 16,1-2-2-16,5-1-3 0,3-1-1 15,4 1-5-15,5-6-1 0,5 0 3 16,4-1 14-16,2-4 3 0,7 0 6 0,9-3 16 16,13-2 3-16,12-4 1 15,8-1-4-15,6-6-20 0,-5-2-16 0,3-1-6 16,-3 0-1-16,0-1 1 0,5 2 1 16,1 2 1-16,1 0 0 0,-5 1-1 15,-7 3 0-15,-9 1-1 0,-10 2-1 16,-3 1-1-16,-4 4-1 0,-4-2 0 15,1 3 0-15,-3-2-1 0,-3 2 0 16,2 0-1-16,-2 0 0 0,-2 0-3 16,-2 3-1-16,-5-5-12 0,-3 3-19 0,0-1-20 15,-4-3-34-15,-5 3 47 0</inkml:trace>
  <inkml:trace contextRef="#ctx0" brushRef="#br0" timeOffset="1440.32">18450 4379 1195 0,'59'49'1571'16,"-75"-47"-446"-16,-2-23-1417 0,-13 3-363 15,29 20-89-15,1-2-65 0,-2 0 814 16,3 3 4-16,-4-1 5 0,2 2-1 16,0-2 0-16,-2 6-5 0,2 2-5 15,-1 5-3-15,-1 5 0 0,0 1-1 16,0 5 1-16,0 3 0 0,-1 5 2 15,2-1 0-15,-1 0 0 0,0 3-1 16,0-5 1-16,-1-2 1 0,0-2-1 16,-1-9-30-16,0 1-164 0,0 1 128 0</inkml:trace>
  <inkml:trace contextRef="#ctx0" brushRef="#br0" timeOffset="2585.36">20119 4167 1248 0,'20'35'56'16,"-18"25"-49"-1,-17-56-1 1,0 18 1-16,-9-33 1 0,8 31-2 15,1 0 0-15,2-1 0 0,4-1-1 16,-2-2 0-16,2-1-1 0,3 0-1 16,-1-2-1-16,7 4 0 0,-1-4-2 0,2-2 2 15,3 1 0-15,-1-3 1 0,10 1-1 16,-1-1-1-16,1-3-1 0,7 1 2 16,4-2 2-16,3-4 0 15,7 0 2-15,2-1 0 0,-3-4 3 0,4-1 3 16,0 1 2-16,-2-1 1 0,-2 4-4 15,-4 0-1-15,-4-1-1 0,-2 2-1 16,-10-1 1-16,-3 1-1 0,0-1 0 16,-5 2-1-16,-4-1-3 0,-1 0-1 15,-5 1-3-15,4-1-1 0,0 0-9 0,0 0-17 16,0 0-20-16,0-1-47 0,-6-6-86 16,4 4-132-16,-3-2 168 0</inkml:trace>
  <inkml:trace contextRef="#ctx0" brushRef="#br0" timeOffset="2906.66">20194 4336 1302 0,'7'2'30'0,"-3"0"-24"0,4-1-6 0,-3 5 2 15,1-6 0-15,1 1 0 0,-4 5 2 0,1-3 1 16,-2 1 4-16,-1-1 3 16,1 4 4-16,0 3 0 0,1 4-1 0,-1 4-4 15,-2 6-4-15,1 1-2 0,-1 2-1 16,-3 2-2-16,-1 2 3 0,0 2 0 15,-1-3 1-15,0-2 2 0,0-1 0 16,4-4-1-16,1-7-28 0,2-3-87 16,2-8 68-16</inkml:trace>
  <inkml:trace contextRef="#ctx0" brushRef="#br0" timeOffset="3353.6">20700 4396 867 0,'-17'88'116'47,"21"-74"-238"-47,0-2 29 0,1-4 98 15,0-2 15-15,4 0 10 0,3-3-1 16,3 0-4-16,1-3-10 0,1-4-6 16,-3 0 3-16,0-3 11 0,-1 0 36 15,-4 1 41-15,0-1 25 0,-3-2 12 16,-3 1-20-16,-2 1-27 0,1-3-23 15,-2 1-19-15,-4-3-9 0,0 1-12 16,-3-1-4-16,-1 0 0 0,-1 1-8 16,0-1-3-16,0-1-4 0,-2 2-3 15,2 0-3-15,-1 2-1 0,2 3-1 16,1 4-2-16,2 2-2 0,1 0-21 0,1 3-28 16,3-2-43-16,0 0-148 0,0 7 148 15</inkml:trace>
  <inkml:trace contextRef="#ctx0" brushRef="#br0" timeOffset="4100.39">21420 4048 1455 0,'25'-14'109'16,"-24"14"-107"-16,-3 1-15 16,3 1 1-16,-1 4-2 0,-1 2-1 15,-1 5 5-15,-8 3 2 0,-5 6 2 16,0 10 5-16,-10 5 0 0,2 4 1 15,-2 5 1-15,-4-1 3 0,2 4 1 16,3-2-1-16,2-2 0 0,2-2 0 16,-1-4 0-16,1 0 1 0,3-1 3 15,3-9 1-15,6-1 1 0,3-9 1 16,1-2-1-16,4-5-8 0,-1-6-16 16,-1-5-42-16,6-1-147 0,-2-6 125 0</inkml:trace>
  <inkml:trace contextRef="#ctx0" brushRef="#br0" timeOffset="4367.12">21434 4624 680 0,'16'3'84'16,"1"-2"159"-16,-1 0-246 0,2 3-8 16,-11-4-2-16,-2 0 1 0,-3-1 5 15,-3-2 20-15,4 3 25 0,-3 0 30 16,0 0 10-16,1 0 2 0,1 0-19 0,-1 0-31 16,-1 0-12-16,0 0-7 0,0 0-6 15,-4 3 0-15,-1-3-8 0,-2-1-39 16,0-1-297-16,-5-5 229 0</inkml:trace>
  <inkml:trace contextRef="#ctx0" brushRef="#br0" timeOffset="4657.63">21037 4018 1392 0,'-7'0'35'16,"3"1"-14"-16,5 1-43 0,0 1-7 0,4-2 9 15,-4-1 14-15,0 0 12 0,0 0 19 16,1-1 17-16,-2 1 10 0,2-1-3 15,4 1-11-15,-5 0-15 0,4 0-11 16,-5 0-3-16,0 1-43 0,-5 0-63 16,-3-2 59-16</inkml:trace>
  <inkml:trace contextRef="#ctx0" brushRef="#br0" timeOffset="5814.31">21063 4124 925 0,'-1'0'46'0,"1"0"40"16,-4 0-73-16,3 1 1 0,5-1 15 15,-3 0 13-15,-1-1 17 0,-1-1 11 16,1 2 2-16,0 0-4 0,0 0-17 16,-3 0-17-16,3 0-15 0,0 0-10 15,-4 0-5-15,10 0 0 0,-4 0-1 16,-2 0 0-16,1-1 0 0,-4 1 0 16,1 1 1-16,4-1-1 0,2-1 0 0,-4 0 0 15,0-2 2-15,0 3 3 0,-2-2 5 16,2-3 2-16,0 1-1 0,0-3-5 15,0 2-6-15,3 1-3 0,2-2-1 16,4 2-3-16,0 0-1 0,1 1-1 16,-4-3-4-16,1 3 0 0,4-1 1 15,1-3 5-15,2 5 4 0,-2-5 7 16,-5 5 0-16,-1-1 0 0,-6 3-4 16,3-1-6-16,-3 1-1 0,-3 3-1 0,-4 0 2 15,-3 6 4-15,-4 2-1 0,-6-1 2 16,0 1 0-16,0 0 0 0,0-2-1 15,3-3 0-15,-2-1 0 0,5-2 1 16,5-2 0-16,4 0 0 0,9-1 0 16,-4 0-2-16,4 0-6 0,0-1-4 15,-2 0-4-15,10 1 0 0,-6-2-13 16,0 2-112-16,5 0 95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10-01T12:12:07.59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6898 4747 475 0,'-3'-1'288'15,"-2"0"-225"-15,6 1-1 0,-5-2-2 16,2 2-11-16,-2-2-8 0,0 2-9 16,-3 2-2-16,0 4 4 0,1-3 6 15,-3-3 6-15,3 2-5 0,2 0-6 16,1-1-9-16,3 1-9 0,3 0-5 15,2 2-3-15,4-3-2 0,5 2 2 16,4 3 2-16,4-3 2 0,5 3-1 16,6 3-4-16,3-4-5 0,3 2-3 0,2-2-1 15,-2-2-1-15,3-2 2 16,-1-1-1-16,0 1 0 0,3 0 0 0,-2-1 1 16,4 2 0-16,4-2 0 0,1-2 2 15,0 4-2-15,-5-2 0 0,-3 0 0 16,-4 2 0-16,-1 0 1 0,3 1-1 15,3 2 1-15,3 1 0 0,5 1-1 16,0-2-1-16,4 1 0 0,-4-5 0 16,-2 0 1-16,1 0 0 0,-5-1 0 15,7 0 0-15,-2 0 0 0,4-2 0 0,4-1 0 16,-3 2 0-16,3 0 0 16,-7 2 0-16,-6 2 0 0,-1-1 0 0,-1 1 0 15,1-1 0-15,-1 2 0 0,3 2 0 16,1 1 0-16,2 2-1 0,-3 0 1 15,-2-2 0-15,-5-1 0 0,-4-3 0 16,0 0 0-16,-1-2 0 0,1 1 1 16,4-1-1-16,3 0 0 0,3 0 1 15,1-1 0-15,-2 0 0 0,-5 0 0 16,1 0-1-16,-3 0 0 0,-4-1 0 0,1 1 0 16,-5 3 0-16,1 2 1 0,5 0-1 15,2 1 0-15,4 2 1 0,1 1-1 16,-3 0 0-16,3 0 1 0,-1 0-1 15,-1-3 1-15,-1 2-1 0,-5 0 0 16,1-2 0-16,0-1 1 0,2 0-1 16,6-1 1-16,3 1 0 0,0-4-1 15,4 3 1-15,-1-1-1 0,-6-1 1 16,0 0 0-16,-5-2 0 0,-1 2 0 16,2 1-1-16,0-1 0 0,2 0 0 15,3 2 1-15,2 1-1 0,2 1 0 0,2-1 1 16,-8 0-1-16,4-2 1 0,-3-2 0 15,4-1 0-15,3-2 0 0,8-5-1 16,1 1 0-16,4-1 0 0,3-2 0 16,-9 2 0-16,-3-2 0 0,-1 1 0 15,-4 3 0-15,9 0 0 0,1 2 0 16,1 2 0-16,3 0 0 0,-7 1-1 16,-4 1 1-16,0 2-1 0,0-3 1 0,-1 0-1 15,9 0 1-15,4 0 1 0,-5 0 0 16,3-4 1-16,-6-1 0 0,-4-3-1 15,4 2 0-15,-1-2 1 0,3 1-2 16,1 1 1-16,2 1-1 0,-6-2-1 16,-7 2 0-16,-5 2 0 0,-3 0 0 15,0-1 1-15,0 2-1 0,4 0 1 16,-1-2 0-16,7 3-1 0,5 1 1 16,-1 0 0-16,-3 0 0 0,-7-2 0 0,-4-1 0 15,-1-2 0-15,0 2 0 0,3 2 0 16,1-1 0-16,-2-2 0 0,5 4-1 15,-2-2 1-15,0 2 0 0,-3 2 0 16,-6-4 0-16,0 2 0 0,1 2 0 16,3-1 0-16,3-1 0 0,4 0 1 15,7-3-1-15,4 1 0 0,-3-3 0 16,0 2 0-16,-11-1 0 0,-7 0 0 16,5 3 0-16,-6-3 0 0,2 2 0 0,2 1 0 15,-2 1-1-15,2 2 1 0,-1 2-1 16,1 1 1-16,-3 1 0 0,-3 0 0 15,-6-3 0-15,-4-1 0 0,-1 0 0 16,-4-2 1-16,2 0 0 0,-1-1-1 16,0-2 2-16,0 1 0 0,-1-1-3 15,1-2-1-15,-3 0 0 0,3 0-3 16,0 0 0-16,0 4-8 0,1-2-17 16,-2 0-40-16,2-2-199 0,0-1 172 0</inkml:trace>
  <inkml:trace contextRef="#ctx0" brushRef="#br0" timeOffset="73328.95">2219 6995 686 0,'35'0'216'0,"-29"2"-128"15,-13 3-93-15,12-3 3 16,-26 0 0-16,28 0 2 0,0 1 2 0,-1-1 11 16,3 1 15-16,0-2 8 0,1 0 1 15,3 2-8-15,-1-2-14 0,0 1-9 16,3 1-5-16,2 2-2 0,2-3-2 15,3 2 1-15,2-1 2 0,1-1 2 16,-1 2 6-16,4-1 4 0,1 0 6 16,4 2 1-16,3-2-4 15,2 2-7-15,0 0-7 0,2 0-2 0,-3-2-1 16,-5 0-1-16,0-1 2 0,-5-1-1 16,-2 0-4-16,0 1-3 0,3-2-7 0,0 2 0 15,2-2 4-15,0 1 4 0,2 2 5 16,3-1 4-16,0 0 4 0,7 3 3 15,-4 1 2-15,-3-1 1 0,-1 2-3 16,-4-2-2-16,0 1-3 0,4 3-5 16,-3-1-7-16,3-3-6 0,-2 2-4 15,4-5-3-15,4 1 1 0,4 0 4 16,4-1 3-16,0-2 2 0,-3-2 4 0,-3-1 4 16,-1-1 3-16,-4 1 2 0,0-1 3 15,-3 3-1-15,2-3 0 0,2 3 0 16,6-2-1-16,8 0 0 0,0-1 1 15,0-1-2-15,-4 2 0 0,-3-1 1 16,-1 0 0-16,2 3 1 0,2-1 0 16,-2-1 0-16,7 0 0 0,0 1-1 15,-1 1 0-15,1-2-1 0,-5 0 0 16,-4 0 0-16,2-4-1 0,-2-2-1 16,1-2 1-16,7-2 0 0,3 1 1 15,6 0 2-15,-3 0-1 0,-8 1 0 0,-8 2 0 16,-10-3-1-16,-1 3 3 0,0 0 1 15,-3 1 1-15,0 2 1 0,-1 2-2 16,1 0 0-16,3 2 0 0,-1-1-88 16,3-1-64-16,-1 2 79 0</inkml:trace>
  <inkml:trace contextRef="#ctx0" brushRef="#br0" timeOffset="75886.47">2473 9226 543 0,'40'3'36'0,"-13"-4"-29"16,5 1-3-16,3-2-4 0,6 2 0 15,8 0-2-15,1-2 0 0,-3 0 1 16,-1-1 2-16,-6-1 1 0,2-1 0 16,1-1 1-16,5-3 0 0,1 0 0 15,4 1 1-15,0 0-2 0,-4 2-1 16,-3 2-1-16,-4-1-2 0,-2 5 0 16,1 0-2-16,0 4-2 0,3 2 1 15,2 1 0-15,9 6 3 0,1-1 1 0,3 1 1 16,-3 0 0-16,-8-8 1 15,0-4 2-15,-4-1 73 0,1-3 11 16,-2-1-1-16,2 2-3 0,0 0-72 0,-2 1-11 16,-1 1-1-16,-4 0-1 0,0 0 0 15,-3 0-1-15,1 0 1 0,0-2 0 16,0 6 1-16,0 3 1 0,2-2 0 16,1 0 0-16,4 1 1 0,3-3 0 15,-2 1 0-15,-2-1 1 0,-6-3 1 16,-5 2 0-16,-4-1 0 0,0 0 0 15,3 3-2-15,-2-3 1 0,1 1-1 0,2 0 0 16,-1-2 0-16,5 2 1 0,6-1 0 16,0-1 0-16,0 0 0 0,0 0 0 15,-7 1 0-15,1 0-2 0,-2-1 1 16,-4-3 1-16,1-4 0 0,-2-1 1 16,-1 3-1-16,1 3-2 0,2 0 0 15,2 1 0-15,6-3 0 0,4 1 0 16,2 0 0-16,-2 0 0 0,1 2 0 0,-5 0 0 15,-4 0 0-15,0-2 0 0,-6 2 0 16,-1 1 0-16,1 0 0 0,-1 4 1 16,-2-4 0-16,4 0 0 0,0-3 1 15,6 0 0-15,2 1 0 0,1 1 0 16,0 1-1-16,-5 0-1 0,-3 2-2 16,1 3-2-16,-2 3 0 0,5 0 1 15,1-1 0-15,2 2 2 0,-2-2 0 16,3 2 0-16,0-6 1 0,-1 4-1 0,6-1-1 15,-6-4-1-15,1 1 0 0,-2-3 1 16,-4 3 1-16,3 2 0 0,-2-2 0 16,1-3 0-16,1-2 1 0,0 2 2 15,6 0 1-15,0 4 0 0,4-3 0 16,-2-1-1-16,1-1-2 0,-5-1 0 16,-1-1 0-16,-4 2 0 0,-1 0 0 15,-2-2 0-15,-4 2 1 0,-1-2 1 16,0 1 30-16,3 2 13 0,7-3 4 0,6-1 3 15,2 0-24-15,-2-5-1 0,2 2-2 16,-10 2-2-16,-6-1-5 0,2 5-10 16,-9-7-2-16,6 3-3 0,-3 0 0 15,-4 0 0-15,1 3-2 0,-3-1 1 16,2-1 1-16,2 2-1 0,0 0 1 16,0-3-2-16,3 3 1 0,0-4-1 15,4 5 0-15,0-1 0 0,2 2 0 0,1 2 1 16,-7-2-1-16,2 3 0 15,-4-3 0-15,1 4 1 0,3-2 0 0,0-1 1 16,3 7 0-16,1-1-1 0,-1-6 2 16,-1 5-1-16,1-6 0 0,-2 2 2 15,3-2 5-15,0-8 28 0,3 0 4 16,0-2 1-16,-1-2-7 0,-1 1-27 16,-1-3-5-16,-3 0-8 0,-3-2-33 15,0 4-171-15,-7 0 135 0</inkml:trace>
  <inkml:trace contextRef="#ctx0" brushRef="#br0" timeOffset="81593.06">7206 10840 1280 0,'-3'-8'127'15,"3"7"125"-15,-2-2-178 0,6 9-63 16,-4-3-10-16,-1-4-1 0,3 5 0 15,-2-2 3-15,0-2 3 0,1 0 0 16,-1 0-3-16,2 3-1 0,-1 1-1 16,4-2 0-16,-2 4 0 0,-1-4-1 15,4 6 0-15,0 3 0 0,0 0 0 0,2 3-1 16,-1-2 1-16,0 4-2 0,2 3-1 16,0 0-3-16,1 3-1 15,2 4-1-15,2 0 1 0,0 4 2 0,0 3 2 16,-1-1 2-16,-2 0 1 0,0-4 3 15,-4-8 2-15,1 0 0 0,-1-5 3 16,0-3 0-16,-2 3 1 0,0-13-1 16,-3 3-2-16,1 0 0 0,0-5 0 15,0 1 3-15,0-1 7 0,-1-1 16 16,1 0 24-16,-3-2 10 0,2 0 6 0,0 0-9 16,0-10-23-16,5 3-13 0,-3-11-13 15,4 1-7-15,6-2-4 0,2-8-3 16,4-2-3-16,4-1 0 0,-1 1 2 15,3-2-1-15,1-1 2 0,0-1 0 16,0-4 0-16,3-1 0 0,4-2-1 16,8-3 1-16,4-5 0 0,9-3 0 15,6-1 0-15,2-5 0 0,0-3 0 16,-1-8 0-16,-1-3 0 0,-1 1 0 16,5 3 1-16,0 10-1 0,-2 5 0 15,-3 3 0-15,-3 5 0 0,-1-4-3 0,0 1-1 16,6 1-6-16,1 6-11 0,-2 8-5 15,-3 8-3-15,-6 7 4 0,-11 4 8 16,-8 9 6-16,-4 4 4 0,-9-1-10 16,-2 7-12-16,-5-1-25 0,-9-2-33 15,1 3-33-15,-8 3 60 0</inkml:trace>
  <inkml:trace contextRef="#ctx0" brushRef="#br0" timeOffset="104125.43">16217 5504 1648 0,'-4'-23'67'0,"-1"5"23"15,8 5-71-15,0 5-17 0,3 1 0 16,-3 0-1-16,0 2-1 0,-3 1-3 0,0 3 0 15,2-1 1-15,-2 2 1 0,2 0-3 16,0 6 0-16,1 5-2 0,0 7 1 16,-1 12 1-16,-5 10 1 0,-1 9-4 15,3 15-1-15,-1 11-2 0,1 5 1 16,3 5 3-16,-4-1 2 0,1 2 5 16,2 11 4-16,-2 1 2 0,1-1 0 15,-4-11-3-15,2-12-1 0,-3-1-1 16,0-1 0-16,1-1 3 0,1-1-3 15,1-10 2-15,1-9 1 0,-2-5-1 16,1-6 1-16,0-4 1 0,2-6-2 0,-1-5 0 16,3-6 1-16,-1-5 4 0,0-6-31 15,-3-5-44-15,1-3-65 0,-1-6 57 16</inkml:trace>
  <inkml:trace contextRef="#ctx0" brushRef="#br0" timeOffset="104448.15">16676 5585 1396 0,'45'6'542'15,"-48"-9"-543"-15,11 11-2 16,3-3-5-16,-3 3-2 0,1 5 1 16,-3 6 0-16,-3 10 2 0,1 10 2 15,-4 7 1-15,-7 8 0 0,0 2 4 16,-3 7-1-16,-2 4 1 0,-4 12 1 16,-1 6 0-16,1 2 2 0,3-1 0 15,3-9 1-15,0-9 1 0,4-3-1 16,4-5 0-16,1-5-1 0,7-2-1 15,0-11-1-15,0-9-11 0,-1-6-15 0,-4-13-31 16,8-1-35-16,-9-6-34 0,1-6-67 16,1 0 108-16</inkml:trace>
  <inkml:trace contextRef="#ctx0" brushRef="#br0" timeOffset="104746.45">16634 6263 1362 0,'3'50'1126'16,"18"-32"-464"-16,-45-32-656 16,5 9-586-16,-11-23-185 15,-15 6 836-15,27 19-8 0,1 7-6 16,-4-6-8-16,-3-4-16 0,-2 3-16 0,0-3-9 15,-3 5-5-15,1-7-1 0,0 6-1 16,0 1 0-16,0-5 0 0,5 6-1 16,-2 0 0-16,-1-6-17 0,6 4-38 15,0-2-53-15,8-7-60 0,6 6 83 16</inkml:trace>
  <inkml:trace contextRef="#ctx0" brushRef="#br0" timeOffset="105480.85">17200 6027 1556 0,'7'-8'285'16,"-3"9"-283"-16,-12-2-5 0,11 1-1 16,0 1-2-16,4 4-2 0,-2 0-2 15,3 3-2-15,-1 6 1 0,3 5 1 16,-1 5 3-16,-1 6 2 0,3 3 2 16,-2 9-1-16,-1 4 0 0,-1 2-5 15,1 3-12-15,-2-4 2 0,2-3 0 16,-2-6 7-16,-1-7 13 0,0-3 2 15,1-3 1-15,-2-5-4 0,2-1-2 16,-1-7-2-16,-1-6 1 0,-2-1 4 0,2-5 7 16,-3-4 22-16,4-1 18 0,2-6 15 15,-1-10 4-15,5-6-19 0,-1-8-13 16,-2-12-16-16,0-1-6 0,0-5 2 16,0-2-2-16,1 0-2 0,0 5-2 15,2 4-5-15,0 9-4 0,-2 10-3 16,-3 9 2-16,0 5-1 0,-3 8-1 15,3 5-4-15,-1 2-8 0,7 8-4 16,2 7-4-16,1 8 2 0,1 10 3 0,2 11 0 16,-4 2-7-16,3 7-8 0,0 1-6 15,-5-10 6-15,-1-11 10 0,1-9 7 16,-4-12 8-16,2-6-2 0,3-2 6 16,1-4 3-16,0-1 4 0,-1-2 3 15,-1-6 4-15,-1-2 26 0,0-2 19 16,2-9 17-16,-3 0 14 0,1-8-13 15,3-3-11-15,-1-2-13 0,3-1-15 16,-2-1-16-16,-1-3-10 0,-2 4-5 16,-1 4-2-16,-2 10 0 0,-4 5 4 0,-1 3-24 15,-3 2-45-15,-3 0-59 0,-6 2 109 16,-6 0-32-16</inkml:trace>
  <inkml:trace contextRef="#ctx0" brushRef="#br0" timeOffset="106348.79">18490 5975 1243 0,'31'-6'246'0,"-24"-7"919"16,-91 8-1054-1,35 10-754-15,15 4 144 16,14 4 498-16,1-1 2 0,2 0 2 15,4 1 3-15,2-3-1 0,6-4 0 0,3 1-3 16,3-1-7-16,7-3-3 0,5 2 1 16,6-1 2-16,8 1 4 0,9-1 1 15,6 2 0-15,6-1 0 0,5 4 3 16,-6 1 0-16,-6 1-1 0,-5 3-1 16,-11 1-1-16,-3 6-5 0,-9-1-1 15,-9 6 0-15,-5 3 0 0,-11 1 6 16,-6 4 6-16,-2-2 14 0,-11-2 13 15,-7-1 11-15,-5-5 2 0,-4-3-8 16,3-5-11-16,9 0-11 0,4-7-4 0,7-3-2 16,6-3-1-16,4-2-20 0,3-4-40 15,2-3-58-15,2 0-269 0,0-6 236 16</inkml:trace>
  <inkml:trace contextRef="#ctx0" brushRef="#br0" timeOffset="106968.76">19429 6036 1408 0,'-1'0'44'0,"1"2"1"0,-3 0-26 0,-2 1 9 0,-1-1 24 16,0 1 14-16,-2-3 13 15,2-3-6-15,3-6-23 16,3-3-16-16,3-6-34 16,4-3-17-16,3 6-94 15,-2 3 73-15</inkml:trace>
  <inkml:trace contextRef="#ctx0" brushRef="#br0" timeOffset="107167.7">19428 6261 1270 0,'-8'20'64'0,"2"-1"14"15,0-9 7-15,1-1 18 0,4-1-9 16,-1-8 0 0,2-1 2-16,3-6-25 0,2-5-20 15,3-5-33-15,1-4-33 16,2-2-84-16,-1 2-83 15,-2 8 90-15</inkml:trace>
  <inkml:trace contextRef="#ctx0" brushRef="#br0" timeOffset="108008.59">21008 5774 1479 0,'-1'6'77'0,"-12"-6"-59"0,-9 6 29 0,-15-4-36 0,-17 10-3 16,-9 8-2-16,-8 10-2 15,3 5-1-15,5 6-2 16,9-1-1-16,15 1-1 15,11 1-3-15,19 7-18 16,9 0-4-16,18-1-20 16,9-6-2-16,18-18 9 15,6-10 1-15,13-14 18 16,6-9 5-16,8-4 12 16,0-3 3-16,-8 0 6 15,-11 4 2-15,-21 5 2 16,-9 7 0-16,-14 3 8 0,-4 8 8 15,-10 5-1-15,1 5 3 0,-2 1-6 16,-5 3-8-16,2-4-2 0,-1-3-3 16,1 0-3-16,2-10-1 0,1 0 4 0,1-7 5 15,3-1 3-15,2-1-1 0,0-8-4 16,6-6-5-16,0-3-1 0,2-5-1 16,-1-1 0-16,-3 2-1 0,-2 0-1 15,-2 3 1-15,-2 2 1 0,-1 1-1 16,-3 0 2-16,0 2 4 0,-1 1 6 15,-4 3 3-15,-3 2-1 0,-3 3-9 16,-6 4-5-16,-4 6-3 0,-4 4-1 16,-1 5 3-16,-5 5-2 0,-2 2 1 15,-2 1 0-15,3-3-6 0,5-3-26 16,8-1-45-16,12-8-102 0,4-2 97 0</inkml:trace>
  <inkml:trace contextRef="#ctx0" brushRef="#br0" timeOffset="108498.25">21684 6141 1384 0,'6'-16'54'0,"-4"0"5"0,-4-1 7 15,-7 8 2-15,-7 2-14 0,-2 6-26 16,-3 6-13-16,-2 4-8 0,-4 8-1 0,-3 6-4 16,1 9 0-16,-8 9-1 0,5 5 0 15,0 5 1-15,3-1-1 0,9-3 0 16,7-7 1-16,8-7 0 0,8-7-1 16,10-4-2-16,9-8-4 0,4-5 0 15,8-4-1-15,1-9 3 0,-2-8 3 16,6-6 0-16,-3-8 2 0,2-9 2 15,4-9-1-15,1-7 1 0,1-8 1 16,0-2 9-16,-2-7 7 0,-3 1 2 16,-6 0 2-16,-6-4 1 0,-5 0 3 15,-2-6 3-15,-8-7 1 0,4 5 1 16,-12 2 0-16,2 9-4 0,-3 10-3 0,-3 6-14 16,7 9-9-16,-7 4-1 0,1 10 3 15,-1 7 1-15,-4 9 0 0,-2 12-6 16,5 4-7-16,1 8-8 0,0 7 0 15,0 13 3-15,-3 15 5 0,-3 14 4 16,-2 13 2-16,0 14 2 0,-2 0 0 16,1 4 0-16,2-3-1 0,3-12 2 15,3-6-2-15,-1-6 2 0,2-3 0 16,-2-6 4-16,5-3-21 0,5-6-37 0,-3-9-50 16,4-5-60-16,-1-11 82 0</inkml:trace>
  <inkml:trace contextRef="#ctx0" brushRef="#br0" timeOffset="108700.59">22439 5970 1592 0,'0'33'38'0,"-3"7"-30"0,-7 2-2 16,-4 4-2-16,-4 2 2 15,-8-7 0-15,4-4 2 16,2-14-64-16,1-8-96 16,8-16 90-16</inkml:trace>
  <inkml:trace contextRef="#ctx0" brushRef="#br0" timeOffset="108873.51">22533 5578 1715 0,'5'-13'57'0,"-1"4"2"16,-2 3-50-16,-2 3-10 16,-3 1-23-16,-4-1-66 15,1-1 70-15,1-3-20 16</inkml:trace>
  <inkml:trace contextRef="#ctx0" brushRef="#br0" timeOffset="109745.26">22803 6022 1453 0,'0'31'53'0,"0"4"14"16,-2 2-61-16,-2-5-3 0,-3-1-1 0,-1-10 1 15,0-2 0-15,3-2 1 0,-1-5 2 16,2-6 0-16,-2-5 3 0,1-1 1 15,1-6 0-15,-1 0 2 0,1-6 1 16,-1-7-2-16,0-2 5 0,0-7 2 16,3 1 0-16,3-1 4 0,3-1-3 15,2-1-5-15,3 1-4 0,7 2-4 16,3 0-3-16,6 5 0 0,3 0 3 0,-1 5 4 16,-1 2 4-16,-2 4-1 0,0 6-4 15,-2 4-4-15,-1 3-5 0,-6 5 1 16,-2 0-2-16,-3 3-1 0,-1 3 2 15,-2 3 0-15,2 2 3 0,-3-1 0 16,-3 1-4-16,1 2-8 0,-2-3-14 16,1 7-21-16,1 0-24 0,3 1-23 15,1-1-21-15,3-7-9 0,3-9-27 0,4-7 24 16,5-7 32-16,4-8 28 16,7-4 64-16,6-2 30 0,4-5 27 0,2 1 35 15,-2-2 12-15,-4 1 0 0,-4 2 3 16,-6 0-10-16,-6 5-7 0,-6 1-9 15,-5 3-17-15,0 2-9 0,-6 2-3 16,-1 4 1-16,-5 1 9 0,-1 0-6 16,-4 1-13-16,-2 2-12 0,-4-1-17 15,-2 1-7-15,-1 2-1 0,-7 0-2 0,-1 7-4 16,-3 3 0-16,-5 1-1 0,1 4-3 16,2 2 0-16,2 4 0 0,5 2-1 15,9 3 1-15,2-2-3 0,4-2-3 16,7-1-9-16,5-4-21 0,9-4-9 15,3-2 2-15,6-5 8 0,1-4 24 16,0-4 12-16,4-9 4 0,-4-3 3 16,1-1 1-16,-1-1-1 0,-2 0 2 15,-6 0-1-15,-3 0 2 0,-4 2 0 16,-6 1 3-16,-2 1 13 0,-3 5 11 16,-2-4 9-16,-1 1 0 0,0 4-17 0,0 1-13 15,-2 3-15-15,3 5-9 0,-1 3-1 16,1 8 1-16,0 7 2 0,0 5 4 15,1 7 3-15,0 13 0 0,2 14 2 16,2 18 0-16,-2 8-31 0,1 6-26 16,-3 11-21-16,-1 5-34 0,-3 5 28 15,-1-7 26-15,0-17 21 0,0-23 34 16,-2-15 3-16,-1-6 2 0,-7-4-6 0,-3-4 27 16,-6-5 24-16,-3-5 17 0,-5-9 23 15,-4-6-1-15,-4-10 1 0,-3-6 2 16,-1-8 2-16,3-8-11 0,5-6-22 15,2-12-17-15,6 3-20 0,6-8-20 16,4 4-9-16,4-1-5 0,4 0-3 16,2 1-4-16,4 1-13 0,4 0-25 15,-1 0-40-15,0 3-40 0,1 3-36 16,-3 3 88-16</inkml:trace>
  <inkml:trace contextRef="#ctx0" brushRef="#br0" timeOffset="114822.97">16243 8715 1083 0,'0'13'56'0,"1"-3"23"0,-1 1-46 16,4-2-21-16,0-5-3 0,2 2-2 15,5 0 2-15,1-5 6 0,2-1 14 16,4 1 7-16,3-7 0 0,3-3-3 0,5-4-11 15,4-5-2-15,4-2-3 0,5-2-2 16,3-1-6-16,-1-2-3 0,-1 1 0 16,-12 2 1-16,-6 2 13 0,-8 2 10 15,-8 1 11-15,-1 2 13 0,-7 3 2 0,1 1-3 16,-2-1-10-16,-3 3-18 16,-11-1-11-16,-11 1-9 0,-11 2-5 15,-10 1 0-15,-2 6-6 0,-1 2 0 16,2 9-1-16,6 5 1 0,7 5 0 15,2 6-1-15,6 8 0 0,2 10 2 16,1 8 1-16,7 9 2 0,0 2-6 0,4-7-2 16,9-3-4-16,2-13-5 15,8-6 2-15,9-7 3 0,1-2 6 0,3-7 5 16,0-3 3-16,2-5-1 0,2-4-1 16,6-4-1-16,2-3 1 0,1-1 0 15,0-6 2-15,6 2 3 0,-6-4 0 16,0-1 1-16,-2 0 0 0,-8-3 1 0,3 0 2 15,1-5 0-15,-2-4-6 0,2-6-10 16,-3-8-27-16,0-7-50 16,-2-10-268-16,3-9 226 0</inkml:trace>
  <inkml:trace contextRef="#ctx0" brushRef="#br0" timeOffset="115271.85">17300 8852 173 0,'-11'47'31'0,"-62"80"833"31,63-121-792-31,3-6-7 16,2-1 0-16,-1-5-3 0,-1-6-7 15,2-5-17-15,0-4-8 0,1-8-1 16,8-4 1-16,3-7 4 0,4-8-1 0,6-5-2 15,3-4 1-15,2-2 2 16,6 1 1-16,-1 6-3 0,6 2-9 16,3 8-7-16,-2 3 1 0,1 7 2 0,-1 1 5 15,-5 12-2-15,1 5-5 0,-7 4-6 16,-4 3-7-16,-4-1-1 0,-7 1 0 16,0 6-3-16,-5 0-1 0,-1 4-6 15,-4 3 0-15,-9 5 3 0,-7 10 1 16,-11 2 3-16,-5 12 0 0,-3 1 0 0,-1 5-1 15,1 7 0-15,4-1 0 0,6 2 1 16,10 1 0-16,7-3 0 16,3-4-1-16,6-3-1 0,2-5-3 15,4-5 0-15,3-3 0 0,4-7 0 0,4-5 1 16,8-4-7-16,2-3-21 0,3-4-21 16,3-2-29-16,-2-3-50 0,8-6 76 15</inkml:trace>
  <inkml:trace contextRef="#ctx0" brushRef="#br0" timeOffset="115731.09">18021 8585 1554 0,'1'0'40'0,"-3"0"-17"0,1 2 4 16,-8-4 0-16,-9 2 3 0,-5 0-9 0,-9 0-11 15,-2 3-3-15,-1 3 0 0,0 3 8 16,5 2 10-16,2 0 4 0,7 3-5 16,0 0-9-16,6 4-11 0,-1 7-5 15,3-1-2-15,0 4 1 0,5 1-2 16,5 0-1-16,0-1 0 0,6-1-1 15,4-4-1-15,4-7 3 0,8 0-1 16,1-9-1-16,3-7 0 0,0-7 0 0,6-6 1 16,4-6 4-16,6-6 1 15,5-1 4-15,3-8-1 0,3 0 1 0,-7-3-1 16,-1-1 6-16,-4-1 8 0,-5 4 6 16,-4 4 4-16,-5-1-5 0,-11 6-7 15,-2 2-3-15,-5 5-2 0,-2 8-1 16,0 6-4-16,-1 7-3 0,-1 10-2 15,-2 8 0-15,-1 10 1 0,-6 8-1 16,0 12 0-16,-1 4 0 0,-6 6 1 16,0 3 3-16,0-1-26 0,-3-5-22 0,9-12-33 15,3-8-43-15,4-9 56 0,1-6 17 16</inkml:trace>
  <inkml:trace contextRef="#ctx0" brushRef="#br0" timeOffset="116306.71">18626 8456 1881 0,'11'12'46'0,"2"2"-30"0,-1 7-18 16,-5 6 1-16,0 4 0 0,-5 4 1 15,-2 1-1-15,0 1 1 0,-4-4 0 16,-1-1 0-16,-4-3 0 0,-2-2 2 0,-2-1 1 15,-2-2 2-15,0-6 1 0,-1-8 2 16,5-2-1-16,3-8 0 0,1-3 0 0,5 1-1 16,3-10-2-16,3 0-2 15,5-8 0-15,1-6-2 0,2-3 1 0,7-3-1 16,4-2 1-16,-1-1 0 16,2-1-1-16,-4-2 2 15,1 1-1-15,5 4 1 0,0 1 0 0,3 5-1 16,-2 10 0-16,-3 5 0 0,-4 10-3 15,-3 3-1-15,-5 7-1 0,-3 3 0 16,-3 10 0-16,-6 4-3 0,-3 5 1 16,-6 2 1-16,-7 3 3 0,-4 2 3 15,-4-3 3-15,-2-1 0 0,1-4-1 0,5-10 0 16,5-6-1-16,6-6-1 0,5-2-2 0,1-3-2 16,3-2 0-16,-2-7 0 15,4-5 2-15,3-8 1 0,4-3 0 16,7-2 1-16,4-1-1 0,6-2 0 0,4 1 0 0,3 0-1 15,3 0 0 1,4 2 1-16,2 3 0 0,-5-2 1 16,-4 6 2-16,-2 1 1 0,-8 4 1 15,1 4-2-15,-4 2 0 0,-4 3 1 16,-3 4-1-16,-5 2-1 0,1 5 0 0,-3 4-2 16,-2 2-2-16,0 7-1 15,-4 5 0-15,0 6 0 0,-3 2 0 0,0 4 1 16,0 3 2-16,-3 3-1 0,2-1 4 15,-3 2-21-15,2-4-34 0,3-10-41 16,1-5 124-16,3-10-53 0</inkml:trace>
  <inkml:trace contextRef="#ctx0" brushRef="#br0" timeOffset="116592.56">19466 8982 1140 0,'19'11'287'0,"-28"6"-141"16,51-14-101-16,-123 2-67 0,72-4 72 15,9-1-7-15,4-1 3 0,5 0-1 16,3 0-7-16,4-2-9 0,4-1-10 16,-2 2-11-16,0-1 2 0,-1 0-38 0,-4 1-47 15,-3-1 48-15</inkml:trace>
  <inkml:trace contextRef="#ctx0" brushRef="#br0" timeOffset="117563.06">19448 8559 251 0,'21'37'718'47,"-19"-19"-546"-47,1-2-10 0,0-6-102 15,-3 1-1-15,0-9-11 0,0 0 3 16,0-2 6-16,-1 0 3 0,-2-4-3 16,-1 0-9-16,1-3-12 0,0 0-10 15,1-5-1-15,0 1-1 0,8-1-3 16,-4 1-6-16,2 3-7 0,-1 4-6 15,-3 2-2-15,2 2 1 0,-1 0-28 16,0 0-56-16,-1 0 52 0</inkml:trace>
  <inkml:trace contextRef="#ctx0" brushRef="#br0" timeOffset="118734.48">20597 8487 1531 0,'-7'1'59'0,"5"3"-53"0,-3 0 9 0,7 5-10 16,-2 1-3-1,3 12 2-15,4 6 0 0,-3 17-2 16,1 10 0-16,-2 18 0 16,-1 4-1-16,-2-2 1 15,-3-2 0-15,-6-17 0 16,-1-6 1-16,-4-18 0 16,4-10 0-16,2-17-1 15,2-10 2-15,6-24 3 16,2-14-1-16,9-27 7 15,7-9-1-15,9-21 30 16,6-3 11-16,12 10 13 16,2 8 3-16,-1 38-27 0,0 12-12 15,-10 25-15-15,-2 8-8 0,0 6-4 16,-6 8-1-16,-2 10-2 0,-3 6 1 0,-11 9 2 16,2 8-1-16,-5 4 2 0,-9 5-1 15,0 1-1-15,-3 1 0 0,0 2-1 16,-1-3 1-16,1-5 0 0,0-3 0 15,-2-4-1-15,1-9-1 0,4-5 0 16,0-10 0-16,4-8-14 0,1-6-21 16,-3-9-32-16,1-8-36 0,3-6-27 15,2-3-24-15,3-5-86 0,2-2-91 0,0 0 37 16,4-2 55-16,-3 1 149 16,-1 2 158-16,1 3 33 0,-3 1 33 0,1 6-1 15,-3 0-18-15,-4 6-15 0,3 10-11 16,0 1-12-16,-1 9 2 0,1 6 5 15,-3 2-26-15,1 6-14 0,2 3-16 16,1 3-17-16,2-5 14 0,5-4 5 16,3-2 12-16,1-7 14 0,2-4-11 15,8-5 3-15,-2-5-8 0,5-7 6 16,2-7-4-16,-7-7-11 0,1-3-3 0,-6-6-19 16,-3-1 1-16,-2 1 9 15,-7-2 3-15,-6 6 2 0,-6 2-5 0,-7 5-9 16,-8 1-5-16,-3 0-2 0,-8 2-1 15,-2 0-1-15,-2 8-1 0,5 3-4 16,2 4-8-16,0 5-28 0,8 5-32 16,0 10-44-16,6 5-246 0,6 3 231 15</inkml:trace>
  <inkml:trace contextRef="#ctx0" brushRef="#br0" timeOffset="119999.51">22988 8465 1317 0,'-18'-2'75'0,"-5"-1"17"0,-8 3-38 15,-3 6-5-15,-6 5-16 16,1 1-3-16,8 9-9 15,6 2-4-15,11 10-11 16,4 3-6-16,10 0-3 16,4-3 0-16,13-5 0 15,9-2 2-15,14-11-2 16,6-4-2-16,9-8 1 16,-2-1 0-16,-1 3 4 0,-3 2 2 15,-11 4-1-15,-1-1-1 16,-10 3 0-16,-4-2 1 15,-7-4 2-15,-3-1-1 16,-5-6 23-16,-1 0 8 0,-4-4 12 16,0-3 6-16,0-6-20 0,-1-3-8 15,0-3-11-15,0-1-6 0,3-5-1 16,-2-1-2-16,1-1 0 0,-1-5 0 16,-1 2 9-16,-1 5 0 0,-1 3-1 15,-2 8 2-15,-2 2-10 0,-3 7-1 0,-3 5-1 16,-2 1-1-16,-2 11-1 0,-3 2 0 15,-2 3 4-15,0 2-22 0,0 3-10 16,3-1-17-16,4 2-18 0,-1-3 7 16,4-2-6-16,4-8-2 0,-1-4-10 15,6-5-14-15,1 3-51 0,5-4 79 16</inkml:trace>
  <inkml:trace contextRef="#ctx0" brushRef="#br0" timeOffset="120666.72">23588 8702 988 0,'12'-14'78'16,"0"-4"34"-16,3-5 5 16,-3-3 12-16,-2-2-10 0,-4 0-11 15,-9 0-25-15,-4 3-14 16,-9 9-31-16,-7 6-14 15,-1 15-19-15,-6 11-3 16,0 20-2-16,4 13-1 16,9 11-27-16,7 0-13 15,17-12-10-15,9-13 0 16,19-23 26-16,11-13 12 16,23-29 14-16,11-13 1 15,11-21 3-15,3-12-1 0,-9-6 20 16,-7-1 19-16,-23 11 13 15,-4 3 12-15,-20 15-12 0,-5 2-9 16,-5 1-1-16,-7 6 1 0,-4 5 0 16,-7 6-7-16,-8 7-9 0,-7 6-5 15,-3 5-9-15,-3 7-8 0,0 5-4 16,-4 8-9-16,-1 5 0 0,-2 9 1 16,0 8 0-16,3 10 1 0,1 9 5 15,0 8-25-15,3 5-24 0,4 6-26 0,-1 2-40 16,4 2 6-16,4-3 17 0,4-8 24 15,5-10 35-15,4-3 21 0,3-8 7 16,0-1 2-16,1-6 1 0,1-3 0 16,1-3 1-16,3-3 0 0,1-7 1 15,3-3 5-15,3-6 1 0,2-5 4 16,4 0 2-16,2-8 1 0,11-4 0 16,0-5 0-16,5-8-2 0,1-4 8 15,-9-5 1-15,2-2 10 0,-6-1 6 0,-2-1-5 16,1-1 0-16,-9 5-8 0,-2 1-6 15,-8 4-4-15,-7 1 1 0,-6 3 3 16,-5 4-1-16,-5 12 3 0,-7 4-9 16,-4 8-7-16,-5 17-3 0,-6 7-6 15,-3 12 1-15,3 18 1 0,1 6 0 16,7 6 0-16,1-2 0 0,10-7 0 16,7-8 1-16,8-7 0 0,13-11 1 15,9-6 1-15,9-12 0 0,5-12 2 0,12-8-24 16,6-8-32-16,13-6-42 0,8-9-39 15,0-7 68-15</inkml:trace>
  <inkml:trace contextRef="#ctx0" brushRef="#br0" timeOffset="121868.72">25815 8236 1540 0,'7'4'51'0,"0"2"-9"0,2 4-26 0,2 7-11 16,-1 4 1-16,-2 3 1 0,0 7-1 16,-4 2-2-16,0 3-2 0,0 3 1 15,2 1-2-15,-4 0 2 0,2-1-1 0,-1 0 1 16,-2-2-1-16,2-6 0 15,-3-1 0-15,2-5 0 0,-2-3-1 0,0 1 0 16,-3-8 0-16,4 2 0 0,-1-8 0 16,0-7-1-16,2-2 2 0,-2-5 0 15,3-5 1-15,3-3 5 0,1-9 12 16,1-3 8-16,0-6 6 0,1-9-1 16,2 2-11-16,3-7-6 0,4 1 6 15,-1 3 5-15,1 4 1 0,-1 5 0 16,0 11-13-16,-1 3-6 0,-2 7-3 0,0 6-3 15,-1 4-1-15,0 5-2 0,-1 9 0 16,-1 3 0-16,3 10 0 0,-4 2 0 16,-1 4 1-16,-2 1 1 0,-6-2 0 15,2 4-1-15,-3-2 0 0,-3-1-1 16,-1-4 1-16,-5-6 1 0,0-9-2 16,3-4 2-16,-1-6-1 0,5-1 1 15,1-2 0-15,1-9 0 0,1-4-1 16,0-4 1-16,3-6-1 0,4-5-1 15,2-6 2-15,6-7-1 0,1 0 1 0,-3-5 1 16,2-1-1-16,6 3 1 0,-2-4-1 16,2 5-1-16,-3 2-1 0,-4-1-1 15,-1 6-1-15,2 1-12 0,0 4-43 16,-3 4-41-16,0 10-46 0,-3 0-158 16,1 7 185-16</inkml:trace>
  <inkml:trace contextRef="#ctx0" brushRef="#br0" timeOffset="122196.98">26817 8429 1224 0,'1'25'42'0,"0"-5"-11"0,-2 4 24 0,-5-3 9 0,-1 1 10 16,-7-2 4-16,-5 1-15 0,4-2-7 0,0-3 2 15,-2-1 3-15,9-7 4 0,-4 1-1 16,1-7 6-16,6-2 5 0,-3-4-1 16,5-10-4-16,3-2-19 0,5-7-23 15,5-11-12-15,8-1-9 0,-1-4-5 16,8 1-1-16,0 0-2 0,-4 3-1 16,2 6 0-16,-5 3 2 0,-1 6-1 15,2 2-1-15,-1 5 9 0,-2 6-47 16,-2 3-29-16,-3 4-20 0,-2 7-35 15,-1 2 19-15,-1 5-10 0,0 2-22 16,0 3 73-16</inkml:trace>
  <inkml:trace contextRef="#ctx0" brushRef="#br0" timeOffset="122397.16">27168 8450 1519 0,'46'1'108'16,"127"-6"56"0,-352 51-163-16,183-28 12 15,-2 0-1-15,-3 0-1 0,0 0-1 16,-2-3-3-16,3-1-2 0,-4-4-2 16,3 1 2-16,1-4-50 0,-4-4-51 15,4-3 55-15</inkml:trace>
  <inkml:trace contextRef="#ctx0" brushRef="#br0" timeOffset="122561.09">27302 8064 1969 0,'8'-18'69'0,"-4"2"-17"15,1 4-22-15,-3 5-26 0,-1 0-2 16,-2 1 1-16,-2-2 4 0,-2 0-13 0,0-2-30 15,3 3-40-15,1-4-61 0,-3 0-67 16,5 3 110-16</inkml:trace>
  <inkml:trace contextRef="#ctx0" brushRef="#br0" timeOffset="122815.74">27627 7874 1765 0,'3'3'39'0,"-2"-3"-34"16,0 4-6-16,-1-2 0 0,-5 7 1 15,0 5 2-15,-2 2 1 0,2 10 0 16,1 3-1-16,1 5-1 0,2 3-1 16,-1 0 0-16,-1 6 1 0,0 0 0 15,-3-1-1-15,2 4-18 0,-3 0-41 16,3-1-33-16,-2-2-49 0,0-4-210 15,3-10 226-15</inkml:trace>
  <inkml:trace contextRef="#ctx0" brushRef="#br0" timeOffset="122986.19">27860 8232 1346 0,'0'18'124'15,"-57"-128"334"1,59 111-449-1,-10-5 2-15,-14 2 11 0,-2-2 0 0,-2 3-4 16,-3-1-6-16,1 5-5 0,-3-1-3 16,0 4-2-16,2-1 1 0,2-3-14 15,10 0-35-15,5-2-31 0,5-2-41 16,4 0-247-16,3-3 239 0</inkml:trace>
  <inkml:trace contextRef="#ctx0" brushRef="#br0" timeOffset="123221.22">28066 8221 1776 0,'20'30'50'0,"127"47"-30"15,-368-1-19 1,198-69 6-16,11 10-1 0,2-4 3 15,2 0-17-15,1-6-18 0,2-2-27 16,0-3-47-16,2-2-92 0,-1-3 111 16</inkml:trace>
  <inkml:trace contextRef="#ctx0" brushRef="#br0" timeOffset="123373.6">28250 7820 1658 0,'3'0'249'16,"-14"8"-99"15,11-11-153-31,-5-2-26 16,3 5-35-16,1-4-38 0,1 5-45 16,0-1-323-16,3-4 308 0</inkml:trace>
  <inkml:trace contextRef="#ctx0" brushRef="#br0" timeOffset="123736.17">28378 8125 1166 0,'4'30'32'16,"1"-2"-15"-16,-2 1-9 0,0-5-3 16,-1-4 2-16,-2-3 5 0,0 1 5 15,-4-3 5-15,2-1 1 0,-1 3-2 16,-2-4-3-16,1 0-3 0,-1-1-5 0,-2 0-3 15,1 0-3-15,-4 0-6 0,1-1-2 16,0-2 1-16,3-6 0 0,1-3 31 16,2-1 35-16,2-3 34 0,0-3 18 15,3-2-23-15,1-8-30 0,5-4-34 16,5 1-15-16,-1-6-3 0,6 3-3 16,1 3 3-16,-1 2 5 0,0 1 4 15,-1 7 7-15,-3-1 2 0,1 2-4 16,0 0-8-16,2 0-7 0,0 1-8 15,0-1-1-15,-1 4-3 0,1 1 1 0,-6-1-3 16,0 7-10-16,-1 1-18 0,-2 2-31 16,5 5-21-16,-3 1-7 0,-1 7-6 15,2 5 4-15,-8 3-23 0,10 5 62 16</inkml:trace>
  <inkml:trace contextRef="#ctx0" brushRef="#br0" timeOffset="124296.31">28851 8342 578 0,'38'-19'157'0,"-9"2"126"15,-2-1-47-15,-7 6-100 0,-2-2-30 16,-3-2-23-16,-2 0-14 0,-5-4-3 16,-4 5 9-16,-1 2 8 0,-3 2-13 0,-4 2-20 15,-1-2-27-15,-5 5-23 0,-6 0-9 16,-2 2-2-16,-3 2 0 0,-2 5-7 16,-3 3-11-16,0 10-12 0,3 0-10 15,0 6-2-15,7-1 0 0,4-2-13 16,4 0-41-16,7-4-2 0,6 0 3 15,6-6 27-15,5-3 59 0,4-5 14 0,6 0 12 16,0-6 1-16,4-2-1 0,1-4 10 16,1-1 4-16,5-1 2 0,-2 0 16 15,-3 0 8-15,-5-2 14 0,-10 2 23 16,-2-1 14-16,-4 2 11 0,-2 6 11 16,-2-5 5-16,-6 2-7 0,-1-2-13 15,-1-1-23-15,1 3-30 0,-5-2-28 16,-4 4-19-16,0 2-10 0,1 1-5 15,0 5-4-15,1 4-4 0,-1 9 1 16,0 7 3-16,-3 6 2 0,5 6 1 16,-2 5-17-16,3 3-28 0,3 5-20 0,5 2-22 15,3 2 6-15,0-2-10 0,6 1 5 16,1 0-17-16,-4 0-22 0,2 1 40 16,-3-2 16-16,-6-1 44 0,3-2 40 15,-9-8 9-15,-7 3 9 0,-3-4-1 16,-6-4-1-16,0-3-4 0,-1-6 18 15,-1-9 40-15,-2-2 31 0,-1-5 32 16,0-1 9-16,4-6-5 0,1-2-4 0,4-4-4 16,1-4-6-16,1-5-15 0,1-5-26 15,-1-6-35-15,2-6-37 0,5 0-31 16,2-3-15-16,5-1-16 0,7-1-22 16,-1-2-6-16,-2 3-23 0,5 6-15 15,-1 1-22-15,0 9-32 0,4 5 88 16</inkml:trace>
  <inkml:trace contextRef="#ctx0" brushRef="#br0" timeOffset="129499.98">21434 10127 1866 0,'-3'-8'50'0,"1"0"-24"16,-6 3-26-16,-4 3-1 0,-10 1 0 15,-10 4 0-15,-9 6 0 0,-1 9-1 16,-6 7 0-16,-2 5 2 0,6 4 2 16,-1-1 0-16,3 4 0 0,5-4-1 0,-2-1 0 15,9-1 0-15,7-4-1 16,9-4-2-16,8-3-3 0,9 0-16 0,8-4-3 15,8 0-2-15,9-4-2 0,8-1 8 16,1-2-7-16,0-7-2 0,1-1 4 16,-5-1 8-16,2 0 8 0,-3-1 5 15,-1 0 3-15,-2 0 1 0,-3-2 2 16,-2 1 0-16,-5-1 0 0,-2 0-1 16,-1 1 1-16,0-1 1 0,-2 1-1 15,-2 0 0-15,-2 2-1 0,-6 0 0 0,5 0-1 16,-2 0-2-16,0 6-1 0,-1 0-1 15,-5 3 2-15,6 4 0 0,-2 2 2 16,3 6 0-16,-1 2 2 0,-3 1-2 16,3-4 0-16,5-3 0 0,1-5-2 0,6-6 1 15,1-3-1-15,1-5 1 16,2-8 1-16,6-7 0 0,-1-1 0 16,-3-3 17-16,-3-2 15 0,-8 3 18 15,-1 3 19-15,-7 4-2 0,-2 2-4 0,-4 3-12 16,-4-3-13-16,-5 0-13 15,-3 1-10-15,-8 1-7 0,-8 0-3 0,-4 3-1 16,-2 5-4-16,-1 4 0 0,2 6 0 16,3 2-1-16,6 5-1 0,5-4 4 15,6 1-34-15,4 0-25 0,1-3-27 16,7 0-37-16,4 1 15 0,4-4-3 16,5 2 0-16,8-4-106 0,2-1 133 15</inkml:trace>
  <inkml:trace contextRef="#ctx0" brushRef="#br0" timeOffset="130261.55">22046 10485 1566 0,'10'-14'102'0,"-3"3"39"0,1 0-48 16,-8 4-39-16,-1 0-15 0,-3 0-11 0,-4-2-14 16,0 0-10-16,-2 2-4 0,-5 5-2 15,-4 1 0-15,-2 4 1 0,-8 6-1 16,-3 7 0-16,0 5 0 0,-2 6 1 15,5 3-10-15,7 6-13 0,7-1-9 16,8 3-16-16,7 3-17 0,9-9 1 0,8-4 0 16,10-5 11-16,5-10 20 15,8-4 12-15,6-9 11 0,-4-13 5 0,3-10 6 0,0-7 0 16,0-9 0 0,3-2 8-16,4-2 16 0,3 0 17 15,-2-2 27-15,1-6 17 0,-9-3 15 16,-8-4 6-16,-7-2-15 0,-10-5-26 0,-3 0-25 15,-3-1-17-15,-3 7-3 0,-4 4 1 16,-2 7-2-16,-3 0-5 0,-2 4-9 16,3 6-5-16,-2 5-4 0,-1 10-3 15,1 12-3-15,-2 7-3 0,-1 5-1 16,2 13 1-16,-2 8 3 0,0 15 4 16,-5 18 3-16,0 13 1 0,-6 13 6 15,-1 16-25-15,-1 8-23 0,-1-1-14 16,4-8-7-16,3-20 28 0,8-18 22 15,2-12 12-15,5-10-10 0,5-10-5 0,0-9-4 16,6-8-6-16,5-7 6 0,3-9-4 16,4-7-2-16,4-6 8 0,2-5 7 15,-1 0 7-15,3 1 7 0,-2 2 0 16,6 0 1-16,-3 1 0 0,-6 2 0 16,-5 5 0-16,-11 1-2 0,-1 4 0 15,-3 6-2-15,2 0-1 0,-3 2 1 0,-1 1 0 16,-2 2 2-16,-3 0 0 0,3 1 0 15,0 1 1-15,2-4 1 0,1-2-2 16,4-5 0-16,2 1 0 0,1-4 1 16,2-2 1-16,-1 1-1 0,-1-7 2 15,0 2 0-15,-1-2 7 0,-2 2 6 16,-3 2 7-16,-4-3 12 0,-6 0 2 0,-2 2 4 16,-6 0-4-16,-4-1-11 15,-7-2-9-15,-5 3-9 0,-6 6-5 16,-6 10-1-16,-4 13-4 0,-5 8-1 15,1 11 2-15,-3 6-1 0,2 4 1 0,8 4 1 16,3 0-2-16,10 2 1 0,11-6-1 16,9 1-3-16,10-3-2 0,12-8-2 15,11-1-8-15,6-7-20 0,7-4-31 16,2-10-45-16,5-8-66 0,-2-9 97 16</inkml:trace>
  <inkml:trace contextRef="#ctx0" brushRef="#br0" timeOffset="131215.68">24377 9939 1189 0,'-3'18'85'0,"0"3"92"15,-6 13-156-15,1 5-20 0,-1 9 1 16,-2 2-1-16,4 0 0 0,5-1 0 16,-1-2 0-16,6-9-1 0,3-7 0 15,0-7-3-15,5-6 3 0,-1-4 4 16,3-5 1-16,1-6 3 0,-1-3 15 0,2-3 5 15,2-5 2-15,0-3 2 0,1-5-14 16,0-3-2-16,-4-1 4 0,-2-3 11 16,-2 1 9-16,-1-2 6 0,-1-2 6 15,-2-2 2-15,-3-2 1 0,2 2 4 16,-4 0-5-16,0 2-8 0,-1 5-12 16,-1 5-11-16,1 4-8 0,-1 5-8 15,1 2-3-15,0 5-5 0,0 0-6 16,-1 1-5-16,1 7 2 0,0 6 3 0,0 5 3 15,-2 6 5-15,-1 5 1 0,0 4 0 16,2-1 0-16,-3 1-10 0,3-2-27 16,0-5-28-16,1-1-37 0,2-7-34 15,3-4 34-15,-1-4 42 0</inkml:trace>
  <inkml:trace contextRef="#ctx0" brushRef="#br0" timeOffset="131589.37">24760 10065 1582 0,'59'43'61'0,"-33"-19"-47"16,4 5-13-16,-4 5 1 0,-42-25 1 15,30 23-1-15,-6-2-4 0,-4-3-15 16,0-4-8-16,-4-1 1 0,-5-7 6 0,4 0 17 15,-7-7 6-15,4 0 4 0,1-4 0 16,-4-4 12-16,1 0 10 0,3-3 9 16,-3-2 6-16,6-6-7 0,2-3-11 15,0-3-10-15,6-3-8 0,-1-2-5 16,7 0 0-16,2 0 0 0,3 1 6 16,4 5 6-16,-4 3 10 0,1 2 5 15,2 6-3-15,-1 3-6 0,-1 6-11 16,-1 5-7-16,0 7-5 0,-3 3-1 15,-4 5-1-15,-5 6-6 0,-4 0-21 0,-3 4-31 16,-2-4-42-16,-1 0-161 0,-1-6 160 16</inkml:trace>
  <inkml:trace contextRef="#ctx0" brushRef="#br0" timeOffset="132861.78">30631 7998 1467 0,'23'-19'114'0,"-6"3"-24"0,-3 5-23 0,-6-1-22 16,-6 10-30-16,1 0-2 15,-3 4-6-15,1 1 2 0,-3 5 4 16,-3 6 9-16,-4 5 8 0,-8 10 1 16,-5 8-9-16,-8 4-11 0,-6 5-5 15,-5 2-3-15,0 0 0 0,-2-1-1 16,6-5 0-16,8-4 0 0,4-4 0 15,7-4-1-15,6-7 1 0,0-2 0 16,3-4 5-16,4-2-20 0,-2-3-24 0,5-6-27 16,0-2-43-16,2-4-19 0,0 0-35 15,1-4 291-15,1-2-130 0</inkml:trace>
  <inkml:trace contextRef="#ctx0" brushRef="#br0" timeOffset="133123.76">30156 8082 1407 0,'-7'-39'557'15,"7"39"-574"-15,1-2 28 16,2 1-10-16,2 1-11 0,2 0-7 16,5 4 3-16,-1 0 5 0,5 3 6 15,3 2 3-15,1 3 4 0,5 3-1 0,0 2-2 16,1 1-1-16,4 4-1 15,3 2-1-15,4 0 0 0,7 1 1 16,3-2-1-16,0 1 0 0,-1 0-1 0,-4-3-1 16,-6-3 4-16,-6-3 2 0,-6-3 3 15,-5-1 1-15,-6 1 1 0,-3-1-2 16,-2-1 3-16,-3-2-29 0,-3 0-57 16,-2-2-167-16,0 3 140 0</inkml:trace>
  <inkml:trace contextRef="#ctx0" brushRef="#br0" timeOffset="134900.53">25627 10172 1107 0,'4'-3'87'0,"-2"1"53"0,-1-1-41 0,-2-1-16 15,-3 2-16-15,-2 2-14 0,-3-6-17 0,-3 5-16 16,-4 1-5-16,-2 3-6 16,-5 4-2-16,-1 7-2 0,2 7 0 15,-1 5 0-15,3 4 0 0,5 5-1 16,3 3-1-16,3 1-1 0,7 0-2 15,2-2-2-15,5-2-3 0,7-5-1 16,1-7 0-16,4-7-1 0,2-6-1 16,5-4 1-16,4-6 3 0,1-7 3 0,7-6 3 15,2-8 15-15,3-8 11 16,3-8 16-16,0-5 12 0,-4-10 4 0,-4-7 1 16,-5-5-4-16,-8-3-2 0,-1 4-9 15,-6-1-10-15,-2 9-9 0,-5 0-5 16,-5 3-7-16,-4-3-1 0,-1 0 1 15,-1 6-1-15,-5 5 2 0,1 12-1 16,0 12-3-16,0 7-6 0,3 11-4 0,-3 2-5 16,2 9-5-16,-5 11-1 15,2 15 0-15,3 16 3 0,-1 10 3 16,0 8 2-16,0 8 0 0,3-6 1 16,2 2 0-16,8-8 0 0,1-7-1 0,4-7-9 15,4-9-17-15,-2-9-19 0,4-7-23 16,0-9-10-16,1-9-3 0,4 1 2 15,-3-2 13-15,-1-5 9 0,-3-2 18 16,-1-1 20-16,-4-3 12 0,0 4 7 16,-3-2 1-16,-1 2 0 0,0 2-1 15,2 2 0-15,3 3-1 0,-3 0 1 0,1 0 1 16,-2 0 1-16,4-2 0 0,1-1-1 16,4-2 0-16,1-2-4 0,0-2 28 15,0-5 16-15,4-6 12 0,1-4 13 16,1-6-20-16,0 0-6 0,-4-4 1 15,-6 2 0-15,-4 7 0 0,-2-3 0 16,-2 4-3-16,-3 1-1 0,-4-5 2 16,0 6 3-16,-3 1-2 0,-4 0-10 15,-1 6-13-15,-3 6-11 0,-2 3-10 0,-1 5-4 16,-4 5 2-16,-1 6-2 0,-1 4 2 16,2 3 3-16,4 3-2 0,4-4-3 15,7 2-8-15,4-4-13 0,4-3-13 16,7-2-11-16,1-6-2 0,3-3 4 15,4-3 2-15,1-1 6 0,1-4-12 16,-2-3-9-16,0-3 1 0,0-2-2 16,3 3 13-16,-3-7 8 0,-1-1 9 15,0 3 7-15,-2-10 8 0,0 7 9 0,0-8 7 16,0-3 4-16,-1 2 3 0,-1-7 15 16,0 3 19-16,0 2 15 0,-1 0 12 15,-3 4-9-15,0 1-18 0,1 6-17 16,-1 3-14-16,-1 4-6 0,-2 5-5 15,0 4 0-15,1 6 1 0,4 6 3 16,2 5 2-16,1 3 3 0,4 8-1 16,-5-1 0-16,2 3-3 0,-6 8-2 15,2-2-2-15,-3 1 2 0,-3-4 1 0,-2-6 1 16,-3-9 1-16,-2-1 1 16,0-3 2-16,-2-5 2 0,1-3 3 0,-1-3 4 15,2-5 25-15,-1-5 17 0,-2-2 6 16,2-5 3-16,-1-8-26 0,3-5-15 15,4-11-6-15,0-6-6 0,5-6-1 16,4-2-2-16,4 6-2 0,4 1 1 16,4 6-1-16,1 3-1 0,-2 4-2 0,-3 6-2 15,-4 3 0-15,-2 7-2 0,-4 5-28 16,0 4-36-16,-4 3-42 0,-4 2-44 16,-3 0-19-16,7 3-165 0,-5 1 208 15</inkml:trace>
  <inkml:trace contextRef="#ctx0" brushRef="#br0" timeOffset="135212.23">27468 9873 1490 0,'-1'-1'105'0,"-2"-1"22"0,-4 2-21 0,-5 2-74 0,-5 3-23 0,-1 11-8 15,-5 0-5-15,3 2 0 0,-1 3 3 16,1-2 2-16,6-1 4 0,3-2 1 15,4 1-2-15,7-2-3 0,0-1-2 16,10-1-2-16,3-2 3 0,0-3 0 16,3 0 2-16,-1 0 1 0,5 0 0 0,1-1 1 15,-1 0-1-15,-1 0 0 0,-2 2-1 16,-6-1-2-16,-3 1 0 0,-3 4-1 16,-4-3-1-16,-3 4 2 0,-4 1 3 15,-5-1 5-15,-5 2 8 0,-3 0 8 16,-4 2 9-16,3 2 2 0,-2-2-4 15,-1-6-8-15,5-1-7 0,3-4-6 16,-1-3 0-16,4 0-22 0,3-4-32 16,-3-5-54-16,7-2-66 0,1-4-69 15,5-10 119-15</inkml:trace>
  <inkml:trace contextRef="#ctx0" brushRef="#br0" timeOffset="135461">27779 9648 1703 0,'1'1'57'0,"-2"1"-20"0,1 1-20 15,-2 6-23-15,3 3-1 0,4 11 3 16,-2 5 4-16,-1 5-1 0,0 2 1 16,-4 0 0-16,2 0 0 0,0-3 0 15,0 2-1-15,0 0 0 0,-1 0-1 16,-1-1 1-16,0 1 0 0,-4 0-11 15,-1-2-13-15,-3 0-15 0,-1-7-20 16,-1 0-21-16,3-7-124 0,0-10 128 16</inkml:trace>
  <inkml:trace contextRef="#ctx0" brushRef="#br0" timeOffset="135678.97">27952 9878 1687 0,'-7'24'875'16,"-3"-32"-1250"-16,-4 7 494 0,36-21-443 15,-172 64 335 1,114-32 0-16,2-1 0 0,0-1-3 16,1 0 1-16,6-3 3 0,4-1-14 15,9-4-22-15,6 1-34 0,6-1-63 16,2 1-42-16,5 0-186 0,9 2 202 15</inkml:trace>
  <inkml:trace contextRef="#ctx0" brushRef="#br0" timeOffset="136242.51">28244 9974 1406 0,'-13'0'97'0,"5"-2"67"0,-8 1-106 16,7-2-36-16,-6 3-4 0,-8 0-1 15,3 0-1-15,-6 4 0 0,-1 0-7 16,6 2-5-16,-2 2 0 0,2 2-2 0,2 2 1 16,-2 0-3-16,4 2 0 0,3 2 0 15,3 1-1-15,4-3-1 0,3-3-2 16,1 2-2-16,2-2-1 0,1 0-1 15,4-2 0-15,0-2 2 0,3-5-1 16,1 0 3-16,2-2 2 0,3 0 2 16,2-1 4-16,2-3 2 0,-3-4 0 15,-1 1 3-15,-2-1 0 0,-4-2 12 16,-2 3 21-16,1 1 14 0,-4 0 16 0,0 2 1 16,-2-1-9-16,0-2-15 0,0 0-16 15,1 1-18-15,3 1-12 0,-2 1-4 16,1 2-5-16,0 1-3 0,0 1-4 15,5 2-1-15,1 3 1 0,1 3 3 16,2 1 1-16,1 1-3 0,-2-1-9 16,2 1-11-16,3 1-10 0,-6 0-6 15,1-2 0-15,-2-3 7 0,-6 0 6 0,3-5 9 16,-1 0 7-16,-3 2 0 0,6-2 2 16,-2-1 3-16,-5-1 1 0,4-3 4 15,-5 1 6-15,-1-3-1 0,2 1 1 16,-1-2-1-16,0-2-2 0,3 3 0 15,-2 0-1-15,0-1-1 0,4 1-3 16,-1 2 0-16,0-1-4 0,-1 1-8 16,1-1-39-16,1 1-125 0,2-2-77 0,4 1-33 15,-4-2-22-15,1 1 194 0</inkml:trace>
  <inkml:trace contextRef="#ctx0" brushRef="#br0" timeOffset="137089.23">28371 9983 1054 0,'2'-6'133'0,"-1"3"84"0,-1 0-47 0,-1 3-86 0,1 0-30 0,0 0-25 16,0 0-20-16,3 0-9 0,-2 1-6 16,1 1-2-16,-1 1 0 0,5 3 3 15,-3 3 2-15,1 0 1 0,0 4 2 0,-2-1-1 16,0-1 1-16,1-1 0 0,-2 2-1 16,-2 1 0-16,-1 0 1 0,-2-1 0 15,2 0 1-15,-2-4 4 0,3-2 3 16,0-1 3-16,1-5 0 0,0 0-2 15,0 0 9-15,0-1 18 0,0 0 16 16,1-5 20-16,1 1 0 0,3-1-13 16,1-6-16-16,0 1-19 0,2-3-12 0,0 2-8 15,0 1-1-15,-2 2-3 0,0 2 0 16,0 1-1-16,-1 2-1 0,1 2 0 16,2 2 0-16,-1 0-2 0,1 1 0 15,-1 4-3-15,2 0 1 0,-2 1 2 16,0 2-7-16,0-3-12 0,-2 0-11 15,4 3-9-15,-1-1-3 0,1-2-2 16,2 1-6-16,1-2-8 0,5 1 10 16,3-2 12-16,-4-3 13 0,6 0 14 15,-1-3 5-15,-3-2 5 0,2 1 4 0,-5-2 1 16,-6 1 7-16,4-2 13 16,-5-1 17-16,1 3 19 0,0 0 19 0,-8-1 11 15,2 2 0-15,-5-2-6 0,1 0-13 16,1 0-13-16,-1 0-8 0,1-1-6 15,-3 2-6-15,-4 0-15 0,4 2-13 16,-7 1-13-16,3 1-14 0,-3 3-3 16,-6 3 0-16,-1 8 4 0,-4 2-9 15,1 7-15-15,2 3-15 0,3 1-17 16,3 1-10-16,4-1 6 0,4-2 11 16,4-5 16-16,4-6 20 0,6-4 9 0,2-2 3 15,5-4 5-15,4 0 6 0,3-6 7 16,-5-6 5-16,0-1-1 0,-2-4 18 15,-1-1 10-15,0-2 20 0,-4-3 22 16,-1-1 1-16,-2-2 7 0,2-1-2 16,-3-3-5-16,-1-4-9 0,1-1-8 15,-5-4-12-15,3-2-10 0,-3-2-7 16,-2 1-10-16,1-4-1 0,-2 4 5 16,0 0 7-16,0 2 9 0,-1 5 1 0,1 3-5 15,-1 2-8-15,-1 5-11 0,1 3-8 16,1 3-7-16,2 5-5 0,-1 2-3 0,0 3-4 15,2 0-1-15,1 5-2 16,1 1-3-16,0 3-13 0,2 3-14 16,3 3-7-16,2 6 1 0,3 5 12 0,0 3 12 15,-1 4 5-15,1 2 2 16,-2 2 0-16,0 2 3 0,-4-1 4 16,-2 3 4-16,0 0 1 0,-5 4-2 0,1 2-1 0,-3-3-2 15,-4 1-7-15,1-4-12 16,-2 1-24-16,2-4-29 0,0-1-12 15,3-5 0-15,1-5 14 0,1-4 20 0,4-7 4 16,-1-6 5-16,4-4 11 16,1-4 6-16,4-6 12 0,3-10-11 15,4-5-213-15,2-4 170 0</inkml:trace>
  <inkml:trace contextRef="#ctx0" brushRef="#br0" timeOffset="137283.47">29247 9803 1136 0,'2'2'58'0,"2"7"22"0,-1 2-39 0,3 7 4 16,-3 0 8-16,1-1 5 0,1 4-6 0,-3-2-17 0,-2-1-11 16,1-1-6-1,0-4-3-15,-1-3-2 0,0-1-3 16,1-2 1-16,-1-1 0 0,0-4 0 16,0-2-26-16,0 0-40 0,-1 0-26 0,0-8-62 0,5-4 78 15</inkml:trace>
  <inkml:trace contextRef="#ctx0" brushRef="#br0" timeOffset="137432.5">29437 9491 1615 0,'-1'0'181'16,"1"0"128"-16,-2 0-152 0,2 0-102 0,0 0-34 16,-1 0-9-16,0 0-6 0,-1 0-2 15,2 0 0-15,0 0-4 0,0 0-10 16,0 0-15-16,0-2-25 0,-5-5-35 15,3 4-30-15,1-2-41 0,-1 1-17 16,2-1 88-16</inkml:trace>
  <inkml:trace contextRef="#ctx0" brushRef="#br0" timeOffset="138340.07">29531 9733 1632 0,'0'-2'105'16,"2"1"38"0,-3-2-63-16,1 1-58 0,-3-2-13 15,1 1-2-15,2 1-2 0,-2-1-4 16,2 3-1-16,0 0-3 0,0 0-3 0,0 0-5 16,0 0-4-16,0 5-3 15,3 7-1-15,1 7 3 0,1 5 3 0,0 3-5 16,0 5-16-16,-3 0-6 0,0 3-6 15,-4-2-2-15,2-1 9 0,-3-5 5 0,-1-6 9 16,6-9 10-16,-2-4 9 16,2-5 3-16,-2-3 1 0,0 0 2 15,0 0 21-15,1-5 30 0,0-2 11 16,-1-4 1-16,0-5-18 0,-2-6-28 16,0-3-8-16,2-3 7 0,0-2 7 0,7 0 4 15,-1-2-3-15,2-6-9 0,4 3-10 16,2 1-3-16,-1 6-1 0,2 8 1 15,-1 3 1-15,0 3-2 0,4 1-1 16,1 3-5-16,1 2-3 0,0 4-1 16,1 4 0-16,1 2 3 0,1 3 2 15,1 1 0-15,-2 3 0 0,3 0 0 16,-1 0 1-16,-1-1 2 0,-1-1 1 16,-3 4 0-16,-6-8 0 0,-3 1 0 0,-1 1-2 15,-5-5 0-15,-1 0 2 0,-3 2 6 16,0-2 5-16,-2 1 10 0,2-1 7 15,-5-1-3-15,0 1-2 0,-4 1-10 16,-8 0-9-16,-4-1-1 0,-4 3-2 16,-2 2-1-16,4 1 0 0,3 6-2 15,6-2-1-15,3 3 1 0,5-3 0 16,2-1-12-16,2-2-24 0,2-2-7 16,6 4-5-16,3-2 12 0,4-2 24 0,5 1 7 15,1-6 7-15,5-4 0 0,2 2 1 16,-2 1 2-16,0-5-1 0,-5-1 1 15,-3-2 2-15,-1-2-4 0,-2 2 21 16,-2 0 26-16,-1-1 28 0,-6-1 27 0,1 4 1 16,-5-2-17-16,-1-1-22 15,1 2-23-15,-1-1-20 0,0 1-11 16,1 4-6-16,-2 1-5 0,-1 1-10 16,3 2-5-16,-2 2-7 0,5 4-3 0,1 11 5 15,-2 6 3-15,3 12 3 0,0 6-13 16,1 3-23-16,2 6-32 0,3 2-38 15,-3 7-10-15,7 9-3 0,-2 5 8 16,-5 8 28-16,-6-3 23 0,-3-8 27 16,-4-13 24-16,-3-18 13 0,4-7 5 15,-8-7 24-15,-2-5 12 0,-7-2 9 16,-8 1 21-16,-5-1 6 0,-5-1 8 16,-2-2 13-16,4-1-3 0,0-6-8 15,6-2 0-15,3-2-2 0,4-5 1 0,4 0-2 16,3-6 0-16,7-3 1 0,0-2-3 15,2-2-6-15,3-1-20 0,0 1-19 16,2-1-20-16,1-2-13 0,2-2-21 16,2-3-48-16,4-2-47 0,5-3-62 15,2 1-163-15,-1-1 208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10-01T12:15:06.01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12468 6445 333 0,'8'2'30'0,"-1"1"33"0,2-2 18 0,1 1 16 16,1-4-2-16,1 1-26 15,4 1-17-15,2-3-17 0,4 2-17 0,3-1-8 16,2 0-7-16,2 2-3 0,6 2-2 16,3 0-2-16,2-1-3 0,0 1 0 15,-2 0-1-15,-2 1 2 0,1-2 2 16,-1-1 2-16,3 0 24 0,2-4 17 15,4 3 5-15,4-2-2 0,2 1-24 16,3-1-14-16,-5-1-2 0,-3-1 2 16,-3-1 1-16,-2 0-2 0,1 0 0 0,2 1 2 15,3 1 2-15,4 1 1 0,4 0 1 16,3-1 0-16,-1 2 0 0,-3-1-3 16,-7 1-4-16,-2 0-1 0,-1 1-1 15,-2 1-3-15,4 0 1 0,3 3 0 16,2 2 1-16,1-2 3 0,1 3 6 15,-6-5-2-15,-3 0-3 0,-2 0-2 16,2-1-3-16,1 2 0 0,3-2 2 0,3 0 3 16,3 0 0-16,0 0 0 0,0-3 0 15,-4 1 1-15,-4 0 0 0,-2 0 0 16,-4 0 0-16,1 2 7 0,4-1 66 16,2 1 4-16,6 0 3 0,3 0-7 15,0 3-64-15,-3-2-6 0,-5 2-2 16,-1-3-1-16,3-3 1 0,2 2-1 15,8-2 0-15,5 1 0 0,-3-1 1 16,1-1 0-16,-6 0 0 0,-5 1-2 16,-4 1 0-16,1-2-1 0,4 4 0 0,7-2 0 15,7-1 1-15,0 3-1 0,-4 0 0 16,-7-2-1-16,-3 2-1 0,-3-2 0 16,0 2 1-16,2 3-1 0,3 1 0 15,-1 0 1-15,-3 1-1 0,-2-1 1 16,-8 1 0-16,-5-3 1 0,-4 2 24 15,-2 0-247-15,-3-1 168 0</inkml:trace>
  <inkml:trace contextRef="#ctx0" brushRef="#br0" timeOffset="19530.91">15202 10041 652 0,'1'0'77'0,"-1"0"47"0,0 0-20 0,-1-1-33 16,1-1-6-16,0 1-3 16,1-1-3-16,-3-3-7 0,0-1-5 0,-1 1-5 15,-2-2-5-15,4 1-6 0,1 1-6 16,0-1-7-16,0 2-5 0,2 0-5 15,2 2-3-15,-3 0-3 0,-1 2-2 16,1 0 0-16,3 0-1 0,0 0-1 16,0 3 1-16,1 1 0 0,-2-2-1 15,3 5 1-15,2-1 0 0,-1 2-1 0,5 3 1 16,-5 2-1-16,6 1-1 0,-1 0 1 16,1-1 1-16,2 1-1 0,0-3 1 15,1 1 0-15,-3-1 0 0,-2-1 0 16,-1-1 2-16,-2-3 7 0,1-1 5 15,-2-2 5-15,1-2 0 0,0 0-4 16,0-1-2-16,2 0-2 0,-2 0-1 16,-1 0-2-16,1-1-1 0,-2 1-1 15,-1-2-1-15,2-1-1 0,0 0-2 0,1 0-1 16,1 3-1-16,1-4-1 0,3 1 0 16,5 2 0-16,5 0 1 0,6 2 1 15,1 4-1-15,6 1 1 0,-1 1 0 16,-4 2 0-16,4-2 0 0,-8 2 0 15,0 0 0-15,1 0 0 0,-4-2 0 16,-2-3-1-16,0-2 0 0,-1-2-3 16,-1-2-1-16,3 2 0 0,-3-4 1 0,3-1 1 15,-2-2 3-15,-3-2 4 16,-2 4 2-16,0-4 2 0,-5 2 1 16,0-1 1-16,-1 0 0 0,-1 3-1 0,0 0-1 15,-3 2-3-15,2 0-4 0,1-1-2 16,2 0-2-16,9 0-2 0,-4 1 1 15,5-2 1-15,-1 4 2 0,-2 0 1 16,1 1 0-16,-5 4 0 0,1-1-1 16,0 4-1-16,-2 1 1 0,1-2-2 15,-2 3 1-15,-2-1 1 0,-2-2 1 0,2 2 2 16,-2-2-2-16,1-2-16 0,0-2-11 16,0-2-13-16,1-3-29 0,3-3-32 15,2-2 1-15,2-5 12 0,2-4 31 16,1 0 50-16,3 2 10 0,-2 4 4 15,-3 0 3-15,1 1 3 0,-3 2 2 16,-1 3 2-16,2 1 5 0,-2 4 2 16,-2 0 4-16,1 4-2 0,-1 3-7 15,0 2-10-15,-3 0-5 0,1 0-4 16,-2 1 3-16,2 0 2 0,0 0 0 0,-2-2-1 16,-1 1-1-16,1-1 0 0,0-2 1 15,1-2-2-15,2-2-1 0,-1-2-1 16,0-1-2-16,1 0 0 0,1 0 0 15,0-2 0-15,0 0 3 0,-2 0 1 16,0-3 1-16,0 3-1 0,2-1 1 16,-1 0 0-16,0 1 1 0,1 3 2 15,-1 0 1-15,0 2 0 0,0 2 0 0,0-1-2 16,1 2-1-16,0 3-1 0,1-1-2 16,1-1 0-16,2 0 0 0,0-1-1 15,1-1 0-15,0-2-1 0,-4-2 1 16,1-4 0-16,1 2 1 0,-2-4 1 15,1 4 1-15,-4-2 1 0,-1-1 0 16,-3 1 0-16,1 0-1 0,0 0-1 16,-1 0-2-16,3 2 0 0,3 2-1 15,-1-4 1-15,-1 3-1 0,4-2 0 0,1 3 0 16,4 0 0-16,6 5 0 0,0-2 1 16,3 0 1-16,4 3 0 0,3-5 1 15,3 3 0-15,-5-6 0 0,-6-1 0 16,1-1 0-16,-6-1 1 0,-2 1 0 15,2-3 0-15,-5 6 0 0,-3-3 0 16,-1 0-1-16,1 3-1 0,0-3 0 16,5 0-1-16,2 4 0 0,4-2 0 0,4 1 0 15,7-1 0-15,7 2 0 0,0 5 0 16,0 2 0-16,-2 1 2 0,-7 1 5 16,-1-2 9-16,-5 0 7 0,-7-6 4 15,1 1-2-15,-4-3-8 0,-3-1-6 16,-1-7-4-16,-2-2-2 0,-2-3 0 15,-1-1-13-15,0-3-10 0,-1-1-14 16,-1-2-22-16,-1 2-40 0,-3 1-116 16,-2 4 124-16</inkml:trace>
  <inkml:trace contextRef="#ctx0" brushRef="#br0" timeOffset="24566.81">18222 10542 1285 0,'1'0'41'0,"-1"0"10"0,-3 2-25 15,-4 1 3-15,0-1 6 0,-5 0-4 16,1-1 5-16,-4 1 9 0,-5 1 8 16,2-2 4-16,-5-1-4 0,-6 2-9 15,-5 0-14-15,-5 1-13 0,-6 1-9 16,1 1-6-16,0 2 0 0,1 1-1 0,1 1 0 15,-3-3 0-15,4 3-1 16,-7-1 1-16,-10 0-1 0,6 1 0 0,-5-2 1 16,2-2 1-16,9 2 1 0,3-3 1 15,-1 2-1-15,3-2 0 0,-2 0 0 16,-6 0 3-16,-4-4 0 0,-3 0 2 16,2 0 1-16,3 0-3 0,7 0 0 15,5 1-1-15,4 3-1 0,6-4-1 16,-2 1-2-16,7 0 0 0,0 1-1 0,3 0 1 15,3 1-1-15,3-1 0 0,4 2 0 16,0 0 0-16,2 2-2 0,0-1 1 16,0 3 1-16,1-1 0 0,-2-1 0 15,1 0 0-15,3-4 1 0,5-2 1 16,0 0 0-16,-6 1 0 0,5 0 0 16,-3-1 1-16,1 0 1 0,-1-2-2 15,1-1 1-15,2 3-2 0,1 0 1 16,1 0-1-16,-3 0 1 0,3-5 0 0,-1 2 0 15,0 2 0-15,1 0 0 0,-1 1 0 16,1-1 2-16,0-1 1 0,-1 2 4 16,1-1 0-16,-2-3 2 0,2-4 0 15,2 3 2-15,-2-1 0 0,1-2-2 16,1 1-1-16,2-4-5 0,2-1-3 16,0-1 0-16,-2 1 0 0,3 1 0 15,-2-2 0-15,0 1 2 0,1 0 3 16,-4-1 2-16,3 1 2 0,-1 2 1 15,1-2 0-15,-2 2 0 0,-3-1 1 0,0 0-1 16,-1 0 0-16,1 1-3 0,0-1-4 16,-2 1-2-16,0 0 0 0,-1-2-2 15,4 2 0-15,-1-3 0 0,1 1-1 16,0-4 1-16,2 2 0 0,-2 0 0 16,1 0 2-16,0 4 0 0,-3 0 0 15,1-2-1-15,0 4 0 0,2 1-1 16,-2-1-1-16,0 4-1 0,0 0 1 15,-1 4 0-15,-5-5 2 0,2 1 0 0,-1 2 1 16,1-3 0-16,1 3-1 0,-2-3 1 16,2-1-2-16,-4-1 1 0,4 1-1 15,1 1 0-15,-1-2 2 0,3 1-1 16,0 0 0-16,0 4-1 0,0-3-1 16,-1 1-3-16,1 4-1 0,-1-1-1 15,0 1-4-15,-5 1-3 0,-1 5-5 16,-5 1-1-16,-1 6 5 0,-4 1 4 0,2-4 6 15,0 1 1-15,1-2 2 16,2 0-1-16,0 0 1 0,-1-1-1 0,1 3-11 16,1 2-3-16,-1 1-8 0,1 4-9 15,0 1 6-15,-3 2 2 0,1-5 7 16,-1 0 10-16,3-7 5 0,2 0 2 16,5-5 0-16,3 0 0 0,1-3 0 15,0-1 0-15,0 0 0 0,0-1 0 16,0-3 8-16,1 0 1 0,3-5 1 15,1 0 1-15,3-3-7 0,2-2 0 0,-1-4-1 16,0 0-1-16,1 1 0 0,-5-3 1 16,1 6 0-16,0-3-1 0,-2 2 1 15,2 0 0-15,-2 1 1 0,1 4 3 16,-1-3 1-16,2 1 1 0,-2-1-3 16,2-1-2-16,1-2-2 0,-1 2-2 15,3 1-1-15,2-1-1 0,-1 5 0 16,2-2 1-16,0 1-1 0,2 3 0 15,0 0-1-15,1 4-2 0,0-1-3 0,-2 3-4 16,-1 1 0-16,-1 2 2 0,0 5 1 16,-1 2 1-16,0 4 3 0,0 1 2 15,-1 4 3-15,-1 2 0 0,-1-3 1 16,2 1 0-16,-3-3 0 0,3-1-1 16,3-2 0-16,-5 0 0 0,4-3 0 15,-2-4 0-15,2 7 0 0,2-4 0 16,1 1 0-16,-1 0 0 0,-2-3 0 15,0 2 1-15,-4-2-1 0,1 2 0 0,-3-4 1 16,0 2-1-16,-1-1 0 0,-2 0 1 16,1 0 0-16,2 3 0 0,-4-4 0 15,2 1 4-15,0 0-17 0,-2-2-46 16,3 2 44-16,-2-3-18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10-01T12:16:55.48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4378 4866 327 0,'7'2'32'16,"-1"-2"13"-16,3 0-4 0,-3 2-20 0,1 2-10 15,3 1-6-15,-2-1-2 0,2 1-3 16,0 0 1-16,-1-1-1 0,3 0 0 16,-2-2 0-16,1 1 0 0,1-2-1 15,1 3 0-15,1-1 1 0,2-1 4 16,1 0 1-16,3-1 3 0,4-1-1 15,-2 0-2-15,2 0 0 0,-4 0-1 16,-6-1-1-16,4 1 0 0,-3 1 0 0,1 1-1 16,1 1-1-16,-4-2-1 0,-2-1 0 15,3 0-2-15,-1 0 0 0,2-1-1 16,2 0 2-16,-2-2 1 0,-1 1 2 16,-2-1 0-16,3-1 0 0,-1 2 0 15,2-1 0-15,0 0 1 0,0 3 0 16,0-1-1-16,3 0 0 0,2 1 0 15,0 0-1-15,1 0-1 0,-4 0 1 16,-2 0-1-16,-2 2 0 0,-1-2 0 16,-1 0 0-16,4 2 0 0,-1-2 0 0,-4 0 0 15,-1 1 0-15,1-1 0 0,2 0 0 16,-2 1 0-16,4-2 0 0,-5 2-1 16,1-1 1-16,1 2-1 0,-1-1-2 15,0-1 1-15,0 0-1 0,-1 0 1 16,0-3 1-16,-1 2 0 0,2-2 1 15,-1 3 1-15,0-2 1 0,1 1 1 16,-1-2 1-16,-1 3-1 0,3-1 1 16,-1 1-2-16,3 1 0 0,1-1-2 15,1 1 0-15,1-1-3 0,4-2 0 0,1 2 0 16,0-3 3-16,2-1 1 0,-4-1 2 16,6-1-1-16,-4-2 0 0,1 2 0 15,1 2-1-15,-7-2 0 0,2 3-1 16,-1-1 1-16,-2 4 0 0,2-1 0 15,0-2 0-15,0 3 0 0,1 0-1 16,-2 3 0-16,0-3 0 0,-1 0-1 16,2 0-2-16,2 0 0 0,0 0 0 0,4 0 2 15,-1 0 1-15,2-1 1 16,2-2-1-16,-6 0 1 0,5 0-1 16,-4-3 0-16,0 4 0 0,0 1 0 0,-1 1 1 15,3 2 0-15,1 3-1 0,-1 0 0 16,-1-1-2-16,-2 0 2 0,-1-3 1 15,3 3-1-15,-2 0-2 0,3 0 1 16,0-2 0-16,2 1 1 0,2-2 1 16,6 1 0-16,-4-4 0 0,3 0-1 15,-4-3 1-15,-2 0-1 0,1 2 0 0,-5 0 0 16,2 3 0-16,-2-1 0 0,-3-3 0 16,-2 2 0-16,-1-1-1 0,2 1 0 15,-1 3 0-15,2 0 1 0,0 0 0 16,1 3 0-16,1-4 0 0,3 0 1 15,-1-1-1-15,3 1 1 0,4 0-1 16,1-1 1-16,1-1 0 0,-4-1 0 16,2-3 2-16,1-1 1 0,2-2 1 0,-1 1 0 15,-1 0 0-15,-4 3-3 0,-2 2-2 16,-1 3 0-16,-2 0 0 0,3 0-1 16,0 0 1-16,-1 0-1 0,7 0 1 15,-3 3 1-15,0-1 0 0,3-2 1 16,-3 2-1-16,-2-4 0 0,-2 2 0 15,-4 0-1-15,-2-3 0 0,0 1 0 16,-2-1 0-16,1 0-1 0,0 1 1 16,-2 3-1-16,0 0 0 0,1 6 0 0,0-3 0 15,2-4 0-15,2 5 0 0,1 0 1 16,1 4-1-16,1 1 1 0,1-4 0 16,2-2 1-16,-5 1 0 0,3-1 0 15,0 3 1-15,-6-3 0 0,3-1-1 16,-3 1 0-16,-3-1 0 0,3 1-1 15,-1-3 0-15,1 3 0 0,-1-2 0 16,0 0 0-16,-2 0 0 0,1-1 0 16,2 3-1-16,3 0 1 0,3 0 0 15,-1-3 0-15,2 2 0 0,1-1 0 0,6 0-1 16,-2 0 1-16,2-2 0 0,1 0 1 16,-8 1-1-16,3-1 1 0,-8 0-1 15,1 0 1-15,4 0-1 0,1 0 0 16,1-1 0-16,-1 1 0 0,-2 1 0 15,1-1-1-15,2 3 1 0,1-3 0 16,1 1 0-16,3 1 0 0,-3 0 0 0,8 1 0 16,-3-2 0-16,-2 2 0 0,2 0 0 15,-6 0 1-15,1 2-1 0,0-2 1 16,0-1-1-16,-2-2 1 0,2 3-1 16,2-3 1-16,2 1-1 0,4 2 0 15,4-1 0-15,-2 3 0 0,-3-1 0 16,2 1 0-16,-7-2 0 0,1-1-1 15,0 1 1-15,-1-1 0 0,-2-2 0 16,6 3-1-16,1-2 1 0,4-1-1 16,3 3 1-16,3-1 0 0,-3 1 0 15,2 2 0-15,-1-1 0 0,-6 1 0 0,-1 1 0 16,-6 1-1-16,-4 1 1 0,5 1-1 16,2-1 1-16,4 1 0 0,6 2-1 15,1-2 1-15,0 0 0 0,-4-2-1 16,-5-2 1-16,-3-1 0 0,-1-2-1 15,1 1 1-15,2 0 3 0,0-1 3 16,3 4 0-16,4-3 0 0,3 4-4 0,8-2-1 16,-2 1 1-16,1 1-1 15,-5-2 0-15,-5 1 0 0,2-4 1 0,-1-2 0 16,2 0-1-16,1 0 0 0,3 0-1 16,4 0 0-16,3 0 0 0,-6-3 0 15,-5-2 1-15,-2 2-1 0,-6-1 0 16,3 2 0-16,0-1 0 0,4 2 0 15,8 0 0-15,-1-2 0 0,1 3 1 16,-3-2 0-16,-6-1 2 0,-2-2-1 16,1-1 2-16,-3-1-2 0,3 1-1 15,1-1 0-15,-4 1-1 0,4-2 1 0,0-1 0 16,-1 0-1-16,-1 2 1 0,-5-1-1 16,-2 0 1-16,0 3-1 0,-4-2 1 15,1 0 0-15,-3 2 0 0,1-1 0 16,2 2 0-16,0-1 0 0,4 3-1 15,-2 2 0-15,5 0 0 0,-1 0 0 16,-7 0 0-16,2 0 1 0,-7-2-1 16,-1 1 0-16,3-1 0 0,-2 0-1 15,3 2 0-15,1 0 0 0,5 1-1 0,-1 3 1 16,4-2 0-16,4 1 1 0,3 1 0 16,2 0 0-16,0-2 0 0,-3 2 0 15,-4 1 0-15,1 2-2 0,-2 2 1 16,2-2 0-16,4 2 0 0,2 0 0 15,6 0 0-15,2-1 0 0,3-1 0 16,-7 0 1-16,-3 1-1 0,-3-1 1 16,-8-3 0-16,2 0 0 0,-2-2 0 15,0 0 1-15,3-1 0 0,3-1 2 0,2 0-2 16,-1 0 1-16,-2-3-1 0,-5 3-1 16,-6-2 0-16,-1-1 0 0,-2-1 0 15,6 1 36-15,0-1 6 0,1 1 0 16,1 1-1-16,2 0-35 0,4 2-6 15,2-1 1-15,-3 1 0 0,-1-1 0 16,-7 0 0-16,-2 1 0 0,-2 0 0 16,-7-2 0-16,3 0 1 0,-4 2 0 15,-3-2 0-15,1 0 0 0,-2 2 0 0,2 0 2 16,-1 0 2-16,0 0-1 0,-2 0 0 16,2-1 10-16,1 1-103 0,5 2-57 15,-1 2 80-15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10-01T12:22:09.392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context xml:id="ctx1">
      <inkml:inkSource xml:id="inkSrc23">
        <inkml:traceFormat>
          <inkml:channel name="X" type="integer" max="12064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10-01T12:22:57.695"/>
    </inkml:context>
  </inkml:definitions>
  <inkml:trace contextRef="#ctx0" brushRef="#br0">28590 14719 1664 0,'47'36'142'0,"-241"689"112"110,193-723-363-110,0 11-31 15,0-3 59-15</inkml:trace>
  <inkml:trace contextRef="#ctx0" brushRef="#br0" timeOffset="388.06">28794 15331 1505 0,'-1'5'46'0,"0"-2"-10"15,0-1-29-15,1 0-3 0,-1 0-4 16,1 1-7-16,2-1-2 0,1-2-1 0,1-1 4 16,1 0 7-16,2 1 2 0,0 2 1 15,4 3-3-15,-4-5 0 0,2-2-1 16,0 2 1-16,1-4 2 0,0 1 9 15,1 3 1-15,-2-6 19 0,-2 3 14 16,0-2 10-16,-4 3 15 0,2 2-2 16,-4-7 5-16,-1 3-2 0,-1-8-1 15,-3-4 0-15,0 4-6 0,-2 0-8 16,-2 0-3-16,-3 1-8 0,-1-4-11 16,0 2-6-16,2 4-15 0,3 1-8 15,1 7-8-15,0-3-9 0,-2 1-25 0,2 7-33 16,-1 3-47-16,-1 6-41 0,5 6-21 15,-3 1-19-15,0 3-87 0,6 4-85 16,0-5 197-16</inkml:trace>
  <inkml:trace contextRef="#ctx0" brushRef="#br0" timeOffset="780.42">29107 15202 1355 0,'86'199'-22'16,"-102"-199"-27"-16,47 0 36 15,-10-3 43-15,-2-5 22 0,-3-1 15 16,3 0 25-16,-2-5 12 0,-4 0 12 16,0 2 10-16,-5 1 0 0,-2 1-5 15,0 3-12-15,-4-1-13 0,-2 1-18 16,-1 0-15-16,-4 1-21 0,0-3-17 0,-3-3-15 16,-3 2-11-16,-4-6-4 0,-3 0-1 15,2 6 0-15,5 0 1 0,1 7-3 16,3-1-19-16,2 3-36 15,-3-3-65-15,8 4-68 0,-2-1-107 0,3 4 160 16</inkml:trace>
  <inkml:trace contextRef="#ctx0" brushRef="#br0" timeOffset="1051.64">29595 15318 1145 0,'61'-9'203'0,"-14"-1"-65"31,135 23-132-31,-343 32-11 0,145-68 19 16,29 12 10-16,0-1 14 0,2-4 16 16,-1 2 16-16,-1-3 0 0,-1-2 0 15,-7 1-3-15,-5-3-8 0,-1 3-2 0,-8 2-8 16,-2-2-15-16,-4 3-12 0,-7-2-12 15,-1 2-10-15,-3 1-5 0,-3 2-7 16,2 6-2-16,2 3-1 0,5 3-1 16,4 9-13-16,-3 2-43 0,3 4-57 15,-2 0-274-15,6 3 246 0</inkml:trace>
  <inkml:trace contextRef="#ctx0" brushRef="#br0" timeOffset="1298.13">30021 14830 1650 0,'1'-5'162'16,"2"4"199"-16,6 6-307 0,-1 4-66 16,0 4-15-16,-3 5-25 0,-1 6-26 15,3 13-24-15,-2 11-7 0,-3 4 21 0,-5 4 23 16,-7 11 20-16,-6 0 3 0,0 0-12 15,4-2-2-15,0-16 0 0,5-10 10 16,6-14-8-16,2-10-127 0,2-8 118 16</inkml:trace>
  <inkml:trace contextRef="#ctx0" brushRef="#br0" timeOffset="1466.26">30436 14693 1314 0,'-2'56'84'0,"-6"5"76"0,-3 18-124 15,-4-4-30-15,-2-2-1 0,2-4-5 16,-3-8 2-16,1 10 1 0,1-4 2 16,1-6 4-16,5-10-49 0,0-14-59 15,4-10-228-15,3-13 182 0</inkml:trace>
  <inkml:trace contextRef="#ctx0" brushRef="#br0" timeOffset="1622.78">30637 14909 1583 0,'2'46'55'0,"2"-4"-10"15,-4 15-19-15,-5-1-19 16,-4-1 3-16,-8 2-16 0,2 1-28 0,-3-3 23 15</inkml:trace>
  <inkml:trace contextRef="#ctx0" brushRef="#br0" timeOffset="1858.08">30899 15336 1676 0,'20'1'74'0,"0"2"5"15,-1-3-21-15,-3-3-21 0,-1-4 2 0,-8-4 15 16,-1 0 0-16,-4 1 2 0,1 2-2 16,-3 0-15-16,-4 1-15 0,-5-2-10 15,-9-5-2-15,-2 1-5 0,0 0-3 16,-3 5-6-16,5 5-11 0,3 8-11 16,1 1-18-16,2-2-19 0,2 10-30 15,1 0-12-15,3 12-6 0,6 1-12 0,3-2 108 16,8-4-12-16</inkml:trace>
  <inkml:trace contextRef="#ctx0" brushRef="#br0" timeOffset="2153.77">31368 15441 1934 0,'6'9'47'0,"-1"0"-34"15,2-1-9-15,0-1-4 0,0-5-23 16,-1-1-19-16,4-1-27 0,4-4-17 16,3-4-9-16,1-1 6 0,5-1 22 15,-5-3 31-15,-4 1 55 0,-2-1 48 16,-6 1 40-16,-3 6 22 0,0-4 9 16,-3 5-6-16,-2 1-22 0,1 2-27 15,-6-3-28-15,1-4-28 0,-9-2-19 0,-4 2-15 16,-6-1-18-16,-2 11-21 0,5 7-13 15,0 1-16-15,4 3-5 0,2-3-7 16,2-2-13-16,4 0-24 0,3 0 27 16,5-2 42-16</inkml:trace>
  <inkml:trace contextRef="#ctx0" brushRef="#br0" timeOffset="2393.21">31759 14970 2164 0,'0'0'71'0,"3"4"7"15,0 9-75-15,3 7-9 0,-1 11-26 16,-4 14-17-16,-2 8-18 0,-4 19-19 0,-3 2 16 16,-2 3 5-16,-1-3 16 0,-2-7-3 15,1-7 2-15,-2-10 1 0,6-9-25 16,0-8-24-16,5-4-52 0,2-6 78 15</inkml:trace>
  <inkml:trace contextRef="#ctx0" brushRef="#br0" timeOffset="2577.03">32108 15102 2052 0,'0'73'57'0,"0"-13"-25"0,1 7-24 16,-1-12-6-16,-4-7-1 0,4 1 0 15,-1 0 0-15,0 2 1 0,-2-5 2 16,-9-3-54-16,6 3-52 0,-8-11-50 16,0 9-59-16,2-2 116 0</inkml:trace>
  <inkml:trace contextRef="#ctx0" brushRef="#br0" timeOffset="2890.7">32305 15428 1448 0,'6'8'38'0,"3"1"-17"16,4 2-19-16,-2 0 2 0,1-2 1 15,3-2 2-15,2-4 1 0,-5-1-3 16,5 0 13-16,-5-2 26 0,-7 0 35 16,-3 0 37-16,9-5 23 0,-3 3 9 15,-6 0-7-15,-2-2-9 0,0 1-14 16,-5 1-23-16,5-3-27 0,-1-2-28 16,-7 1-23-16,-3-6-15 0,-3 0-4 15,-2 1-6-15,4 4-6 0,2 2-14 0,0 3-23 16,4 2-24-16,1 0-45 0,-1 2-46 15,3 9-27-15,-2 6-22 0,3 6-74 16,-2 6 172-16</inkml:trace>
  <inkml:trace contextRef="#ctx0" brushRef="#br0" timeOffset="15656.94">28046 15190 1287 0,'-13'1'194'0,"1"2"300"0,0 0-424 16,6-1-67-16,-1-2-9 0,-1-1-13 15,0 1-20-15,-2-5-26 0,-1 2-16 16,2 1-14-16,-3-6-7 0,-1 2-82 16,-3-3 114-16</inkml:trace>
  <inkml:trace contextRef="#ctx0" brushRef="#br0" timeOffset="15814.25">27445 15151 2145 0,'-30'5'67'0,"6"-5"-23"16,5 0-20-16,2-9-43 0,8 1-36 15,-5-4-49-15,-6-2-57 0,2 2-69 0,-7 0 125 16</inkml:trace>
  <inkml:trace contextRef="#ctx0" brushRef="#br0" timeOffset="15953.5">26821 15191 1192 0,'-64'24'69'0,"9"-9"34"16,-3-4-63-16,14-5-56 0,0-4-43 0,5 1-134 15,2-5 114-15</inkml:trace>
  <inkml:trace contextRef="#ctx0" brushRef="#br0" timeOffset="20962.75">27972 13301 862 0,'0'0'48'0,"0"0"15"0,0 0 2 0,0-3 4 0,0 3 13 16,0 0 10-16,0 0-1 0,0-1-5 0,0-1-9 16,1-1-13-16,-1 3-5 0,0 0 3 15,2-2-1-15,1-5 0 0,-1 0-6 16,0-2-10-16,1-2-12 0,-1-1-9 16,0 1-7-16,2-3 1 0,-1-2 2 15,-1-3 5-15,3-1 4 0,-2-6-2 16,3-1-6-16,-1-2-3 0,0-3-2 15,3-2-1-15,0-3-1 0,2 0 2 0,1 4 5 16,-1 0-1-16,1 2 0 0,2 1-5 16,-4-4-11-16,2 2 0 0,-2-2-2 15,1 4 0-15,3-1 0 0,-1 2 1 16,0-1-1-16,-4 5 1 0,1 0-1 16,0 6 2-16,0 1 2 0,0 4-2 15,-5 0-1-15,2 2-2 0,-2 3-3 16,0 3-1-16,0 1-1 0,0 2-2 15,-2 1-5-15,1 1-10 0,0 1-3 16,0 1-1-16,1 1 4 0,4 2 7 16,0 1 4-16,4 2 1 0,0 3 0 0,-2 3 2 15,4 1-1-15,-4 4 0 0,0 4-13 16,2 3-8-16,-2 3-1 0,1 3-1 16,-1 1 14-16,4 3 7 0,-3 3 2 15,-1-2 1-15,-1 1 1 0,-2 0 1 16,-3-2 2-16,2 3 2 0,-3-5 1 15,0-1 0-15,1 0 0 0,-2-3 0 0,-1 1 0 16,0-2 2-16,-1-2 0 0,-2-2 2 16,0-3 0-16,-2-5-1 0,2-1-2 15,-1-6-7-15,0-3-21 0,-1-4-27 16,1 1-30-16,-4-2-28 0,-1-2-13 16,-2 0 65-16</inkml:trace>
  <inkml:trace contextRef="#ctx0" brushRef="#br0" timeOffset="21567.31">28392 12937 837 0,'-1'-1'113'15,"1"1"98"-15,-1 0-106 0,0 0-70 16,1 0-11-16,0 0-6 0,0-2-4 0,1 2-3 0,0 0-5 15,-1 0 0-15,0 0 4 0,0-1 6 16,0 0 3-16,1 0 4 0,3-5 0 0,-4 6-1 16,0 0 0-16,0 0 0 0,0 0-1 15,0 0-1-15,0 0 4 0,0 0 1 16,-3 0 2-16,1 3-1 0,1-3-4 16,1 0-2-16,-4 3 3 0,1-1 6 15,0-1 5-15,0 1 0 0,-1-1-4 0,1 0-7 16,-3 2-5-16,1-2-3 15,-2 0-3-15,-1 1-2 0,1-1-3 0,-2 0-2 16,0 0 1-16,-1 1-2 0,-1-1-1 16,-2 2 0-16,-3-3-1 0,5 1 1 15,-2 0 0-15,1 0 0 0,4 2 1 16,0-2 0-16,-4 2 0 0,2-2 1 16,-2-1-1-16,0 1-1 0,7 1-1 15,-3 0-1-15,-2 0-1 0,-4 0 0 16,-1 1-1-16,0 0 1 0,0 1 0 0,2 1 0 15,-1 1-1-15,4-3 1 0,1 1-1 16,2 0 0-16,2-3 0 0,0 2-1 16,3-1 0-16,2-2 0 0,0 0-2 15,0 0-8-15,0 0-20 0,-1-2-36 16,4-1-43-16,3 0 290 0,5-3-163 16</inkml:trace>
  <inkml:trace contextRef="#ctx0" brushRef="#br0" timeOffset="26156.18">28885 12849 1487 0,'0'2'71'0,"0"-1"14"0,0-1-46 0,-1 0-41 0,1 3-6 16,0 1 0-16,0 1-2 0,2 7 1 15,1 8 3-15,0 8 0 16,0 7 1-16,0 8 0 0,-1 8 0 0,-3 7 1 16,0 7 3-16,-3-2 1 0,-1-5 1 15,-1-3 2-15,0-9 0 0,0-5-1 16,1-3 2-16,0-6-2 0,1-5 2 15,2-5 2-15,-1-3 3 0,2-5 3 16,-1-6-8-16,0-4-31 0,2-4-46 16,0 0-31-16,0-8 43 0</inkml:trace>
  <inkml:trace contextRef="#ctx0" brushRef="#br0" timeOffset="26547.08">28868 12960 1458 0,'-1'-6'111'15,"0"-3"75"-15,-1-2-110 16,1 1-19-16,1-1-24 0,0-3-3 16,0-1-7-16,0 1-4 0,1-1 1 15,1 1 1-15,5-1-1 0,1 0-5 16,1 0-6-16,4-2-7 0,2 1-4 15,3-5-2-15,4 3-2 0,5 2-1 16,2 2 0-16,2 5 0 0,-2 4 1 16,0 3-1-16,-1 7-1 0,-3 2-2 15,-4 6-1-15,-4 1 2 0,-7 1 1 0,4 4 0 16,-12-3 0-16,0-1 0 0,0 3 3 16,-7-3 3-16,4 2 2 0,-5-2 3 15,-4-2 1-15,2 3 1 0,-5-1 0 16,-2-2 1-16,0-1-1 0,-6-1 1 15,1-1-1-15,2 1 0 0,-3-2-2 16,3 0-1-16,0-2-6 0,1 0-13 16,3-3-20-16,3-1-27 0,2-1-34 15,1-2-30-15,3 0 66 0</inkml:trace>
  <inkml:trace contextRef="#ctx0" brushRef="#br0" timeOffset="27024.22">29657 12772 947 0,'8'16'-9'0,"-3"9"-45"0,3 7 7 15,-8 9 44-15,0 4 13 0,0 7 16 16,-4 7 12-16,-1 5 4 0,-6 1 2 16,-1-3 6-16,-4-9 12 0,0-8 4 15,2-8-4-15,0-5-13 0,3-2-21 16,0-6-10-16,-1-5-5 0,2-3 1 0,3-5-8 15,1-6-47-15,4-2-92 0,-4-4 77 16</inkml:trace>
  <inkml:trace contextRef="#ctx0" brushRef="#br0" timeOffset="27326.08">29513 12855 1565 0,'15'-19'78'0,"-1"5"36"0,5-5-85 16,3 3-30-16,2 1-4 0,1-1-1 16,-2 6 0-16,-2 4-2 0,0-2 0 15,1 6-1-15,-1 2 3 0,4 2 2 0,-4 3 1 16,-1 3 3-16,-1 1-3 0,-4 1 0 16,-2 3 0-16,-1 5 1 0,-3 1-1 15,-4 4 0-15,-2 5 3 16,-4-3 1-16,-3 3 4 0,-5 1 3 0,-2 1-1 15,-5 0 0-15,-2 4 0 0,-2-4 3 16,-2 0 2-16,2-5 4 0,-1-3 4 16,2-4 0-16,4-4-3 0,1-4 0 15,0-4-5-15,5-3-3 0,1-5-6 16,-2-2-19-16,8 0-23 0,-5-1-20 16,2 0-60-16,5-5 70 0</inkml:trace>
  <inkml:trace contextRef="#ctx0" brushRef="#br0" timeOffset="27846.6">30390 12454 1416 0,'1'0'69'0,"-1"2"7"0,0-2-24 15,0 0-37-15,0 0-7 0,0 1-8 16,0 0-10-16,1 6-6 0,2 7-3 16,1 6 4-16,2 16 5 0,-1 14 2 15,1 8 4-15,-3 6 1 0,-2 2 2 16,-2 1 0-16,-2-1 1 0,-3 3 1 0,1-5 2 15,-2 0 0-15,4-6 2 0,-1-12 10 16,2-9 11-16,0-10 11 0,1-8 11 16,-1-1 0-16,2-6-8 0,-1-3-8 15,-1-2-10-15,1 0-6 0,0-3-2 16,1-4-1-16,-1 0 1 0,1 0 4 0,0 0-15 16,0 0-15-16,0 0-12 0,0-2-31 15,-4-5-45-15,3-6 63 0</inkml:trace>
  <inkml:trace contextRef="#ctx0" brushRef="#br0" timeOffset="28750.44">30733 13080 958 0,'2'2'56'0,"-2"-1"29"0,0 0-69 0,1 3-27 0,-1-1-1 16,2 0 1-16,2 3 1 0,-2-3 0 15,0 3-1-15,-1-4 3 0,1 1 3 16,0-1 2-16,1-1 3 0,0 3 0 0,-2-2 0 16,5 0-8-16,-2-1 1 0,4 2-1 15,1 1 3-15,3-2 7 16,2-2 5-16,3 0 5 0,1 0 1 0,3-1 2 15,-2-3-2-15,3-2-1 0,-1-1-1 16,2 2-1-16,-3-2 0 0,-2 0-1 16,1 0 55-16,-5 0 17 0,0 2 12 15,-2-1 11-15,2 1-40 0,-3-2-5 16,0-1-5-16,0-3-11 0,-2-3-16 16,5 0-13-16,0-3-9 0,3 0-1 0,-2 2-2 15,-3 2-1-15,-2 2 1 0,-3-2 0 16,2 4 1-16,-2-1 0 0,-2 1 1 15,1 4 0-15,-5-3 2 0,1 2 0 16,-2 3 15-16,0 3 6 0,0-1 5 16,0 0 6-16,-3-5-19 0,0 3-10 15,0 1-8-15,-4-2-7 0,0-1 3 16,-1 1 3-16,-2 2 0 0,-1-4 3 16,-3 3 1-16,1-3-1 0,-1-2 1 15,7 5-1-15,0 1 0 0,-2-3-1 0,-4 2 0 16,-2-1-1-16,4 0-1 0,4 4-2 15,0 2-2-15,-1 5-1 0,-7 4 1 16,1-2-1-16,-6 2 1 0,2 4-1 16,-1 1 2-16,1 3 0 0,1 1 1 15,-4 1 2-15,0-1-1 0,0 3 1 16,1 2-1-16,-1 0-1 0,3 0-2 16,4-2-1-16,1-3-2 0,6-1 2 15,1 2 2-15,0-1 2 0,4 3 1 0,-1 3 0 16,2-3 0-16,-3-2 0 0,4-5 0 15,0 1 0-15,1-2 0 0,4-1 0 16,-1 2 1-16,2-3 1 0,1-2 0 16,2 1 0-16,3-1 2 0,3-1 1 15,3 1 3-15,3-2 2 0,0-4 1 16,1 0 1-16,-2-3-1 0,0-2 7 16,-1-2 0-16,2-1 1 0,-1 1-2 15,1-2-8-15,0-3-2 0,2-2-11 0,3-1-35 16,-2-9-26-16,3-7 28 0</inkml:trace>
  <inkml:trace contextRef="#ctx1" brushRef="#br0">33861 13989 0,'-70'11'0,"42"9"0,28-20 0,36 33 0,26-16 0</inkml:trace>
  <inkml:trace contextRef="#ctx0" brushRef="#br0" timeOffset="49543.58">28466 10175 1529 0,'-3'0'64'15,"-3"0"-3"-15,0 2-11 0,-2 2-25 16,-3 1-2-16,-3-1-3 0,-5-1-7 0,-1 4-8 16,1-2-2-16,0 8-2 0,2 2-1 15,-4 3-1-15,1 6-1 0,4 2-1 16,-5 3-1-16,11 3-1 0,1-2-1 16,4-5-2-16,8-2 0 0,3-5-1 15,4 2-2-15,5-5 3 0,1-1 3 16,3 0 2-16,1-4 1 0,1-2 0 15,1-4 1-15,4-2 2 0,0 0 4 16,-3-2-6-16,-1-3-20 0,-3 1-28 16,-2-6-65-16,-3 2-86 0,-2-6-91 0,-2-2 144 15</inkml:trace>
  <inkml:trace contextRef="#ctx0" brushRef="#br0" timeOffset="49998.24">28795 9584 1561 0,'3'-4'108'0,"-2"-1"102"0,-1 4-188 16,0 1-38-16,0 2-5 0,3 3 0 15,-1 8 6-15,-2 8 5 0,5 9 1 16,-7 14 3-16,-1 10 3 0,1 5 2 16,-5 5 1-16,3 1 0 0,-5-1-3 15,1-1-13-15,1 1-3 0,-2-2-1 16,3 2 2-16,-1-5 12 0,0-6 4 15,3-5 4-15,-2-7 6 0,-1-6-3 16,2-6 1-16,-1-7-5 0,4-6-4 16,-3-5 1-16,7-3 2 0,-2-1 1 15,-5-3-1-15,5-4 0 0,-3 0 3 0,-1-4 14 16,5-2 11-16,-1-5 5 0,2-11-2 16,3-13-22-16,2-10-10 0,4-6-4 15,4 4 6-15,-2 5 15 0,-3 4 6 16,2 6-2-16,-3 4-4 0,1 7-9 15,-3 5-6-15,2 8-3 0,0 5-7 16,-1 3-5-16,0 9-4 0,2 9 0 16,-1 5 2-16,4 6 6 0,-1 6 1 0,-3 0 2 15,0 4 1-15,-2-5 1 0,-2-2 3 16,1-6 1-16,-2-2 0 0,1-2 7 16,-2-1-30-16,-1-3-19 0,0-2-24 15,0 2-65-15,-2 0-201 0,0 0 209 16</inkml:trace>
  <inkml:trace contextRef="#ctx0" brushRef="#br0" timeOffset="50386.75">29276 10368 1037 0,'16'1'742'31,"1"17"-644"-31,-17-37-168 0,-18-8 164 15,12 25-42-15,0 1-21 0,-3-1-22 16,-1 3-7-16,0 0-1 0,-7 2-6 0,-1 6-3 16,0-3-2-16,-3 4 1 0,3 4 2 15,1 0 2-15,2 6 0 0,1-4-4 16,2 2-9-16,3-2-4 16,4-1-3-16,3 0-6 0,3-4-1 0,6 0-3 15,4-2 4-15,3-3 10 0,2-2 12 16,0-1 7-16,2-3 3 0,0-1 3 15,0-5 1-15,0-3-1 0,-1 0 1 16,-1-1-1-16,-5 0 2 0,1-2 9 16,-4 1 6-16,1-1 10 0,-2-2 12 0,1-2-3 15,0-1 0-15,-4 0-10 0,2-1-13 16,0 7-9-16,-1 1-5 0,-2 3-3 16,1 6-3-16,-4 1-11 0,0 0-31 15,1 4-21-15,-1 4-26 0,1 2-8 16,1 5 9-16,-2 4-22 0,-1 2-49 15,1 1-76-15,-1-3-47 0,1-5-7 16,2-4 142-16</inkml:trace>
  <inkml:trace contextRef="#ctx0" brushRef="#br0" timeOffset="50687.68">29561 10311 1309 0,'14'-24'161'0,"-3"8"106"15,-3 2-122-15,-5 9-108 0,1 3-35 16,-5 2-15-16,4 6-20 0,-2 1-14 15,-1 7-1-15,0 6-3 0,-3 4 15 0,2 8 17 16,-2 0 4-16,-2-1 13 0,-4 0 5 16,-1-6 3-16,1-3-1 15,5-5-1-15,3-6-1 0,2 0 1 0,3-5 0 16,-3-2-3-16,1-3-1 0,1-1-3 16,0 0 6-16,-1-2 17 0,6-3 27 15,-2-7 16-15,7-5 0 0,2-8-14 16,2-10-25-16,4-3 1 0,-5-4 10 15,-1 3 13-15,0-2 4 0,0 1-15 16,2 1-19-16,3-3-16 0,2 8-3 0,-3 5-1 16,0 7-2-16,-3 7 4 0,-4 4-46 15,-2 6-52-15,-2 3-48 0,0 4-315 16,0 6 294-16</inkml:trace>
  <inkml:trace contextRef="#ctx0" brushRef="#br0" timeOffset="51122.54">30158 10324 1344 0,'4'-6'86'0,"-4"-3"24"16,5-2-4-16,-5 0-38 0,0-1 1 15,0 0 4-15,0-1-10 0,-4 0-6 16,-3 4-15-16,-2 1-24 0,-2 3-16 15,-8 4-15-15,-3 5-5 0,-10 2 0 16,-6 12-8-16,1 10 3 0,-1 2 2 16,9 2-3-16,8-5 3 0,8-8-13 0,6-3-16 15,5 2-12-15,3-5-6 0,5 1 8 16,4-5 14-16,4-5 21 0,7 0 18 16,2-4 7-16,9-5 3 0,2-2-1 15,5-2-1-15,-1-2 0 0,-6-2-5 16,-6-2 11-16,-6-2 5 0,-4 2 26 15,-3 1 35-15,-3 0 14 0,-3-1 21 16,-3 1-8-16,-3 0-15 0,2-1-22 16,-4 5-25-16,1 3-19 0,-1 2-20 15,1 5-7-15,-2-2-9 0,1 5-9 0,-2 5-1 16,-2 6-2-16,-4 8 5 0,-1 2-4 16,1 7-11-16,1-8-14 0,5-1-13 15,0-6-11-15,3-5-3 0,3-1-11 16,2-4-34-16,6-3-67 0,3-3-122 15,3-7 170-15</inkml:trace>
  <inkml:trace contextRef="#ctx0" brushRef="#br0" timeOffset="51335.01">30624 10077 1482 0,'2'-10'129'0,"-3"2"57"15,1 2-53-15,-6 0-92 0,-1 4-31 16,-4 1-15-16,-8 1-14 0,-5 3 1 15,-6 5 0-15,-2 5 1 0,-1 5 6 16,-3 7 7-16,7 4 4 0,4 6 1 0,5 0 2 16,8-2-3-16,3 1-4 0,3-4-2 15,3-1-5-15,2-4-10 0,2-4-10 16,3-6-23-16,3 0-7 0,3-4-16 16,1-4-127-16,6-2-88 0,7-5 149 15</inkml:trace>
  <inkml:trace contextRef="#ctx0" brushRef="#br0" timeOffset="51550.02">30824 9804 1648 0,'0'8'241'0,"0"-8"-144"16,-2 1-88-16,1 7-17 15,-2 0-18-15,0 13 11 0,-1 7 7 16,0 4 3-16,-5 7 2 0,1 3 1 15,-3 4 1-15,-1 7 2 0,0 6 2 0,-4 6 8 16,-3 1-7-16,-1-4-30 16,2-11-21-16,1-12-31 0,5-6-27 0,1-10-72 15,3-4-192-15,-2-6 216 0</inkml:trace>
  <inkml:trace contextRef="#ctx0" brushRef="#br0" timeOffset="51767.62">31005 10104 1400 0,'4'-8'195'0,"-3"0"162"0,-3 3-194 16,-5 1-110-16,-7 2-45 0,-4 1-16 0,-11 1-8 15,-8 3 4-15,-7 6 0 0,0 6 2 16,2 2 2-16,3 3 4 0,9 0 7 16,1 2-15-16,-1 1-10 0,1-3-22 15,5 1-31-15,7-7-14 0,11-8-27 16,7 2-31-16,2-3-78 0,9 2-5 15,2 2 17-15,4 1 26 0,4 0 38 16,2 3-36-16,2-4 98 0</inkml:trace>
  <inkml:trace contextRef="#ctx0" brushRef="#br0" timeOffset="52030.08">30916 10365 901 0,'58'-12'72'0,"-7"2"29"0,1-4-33 0,-11-3-9 15,-4 0 5-15,-2-5 12 0,-3 1 31 16,-2 1-22-16,0-1 9 0,-7 1 12 15,-1-1-3-15,-8 5 12 0,-5 2 4 16,-7 1-8-16,-4-1-18 0,-6 4-37 0,-5-2-43 16,-6 4-31-16,-7 6-17 0,-6 4-2 15,-3 7 11-15,-4 8 6 0,-3 7 3 16,-1 8 5-16,-5 4 1 0,-2 5 5 16,4 3 6-16,8-5 2 0,13-2 0 15,12-6-7-15,8-9-17 0,7-2-5 16,4-3-13-16,6-4 5 0,1-3 11 15,4-4 2-15,1-2 9 0,3-2-21 16,4-2-10-16,7-7-22 0,0-3-39 16,2-5-47-16,-3-5 82 0</inkml:trace>
  <inkml:trace contextRef="#ctx0" brushRef="#br0" timeOffset="52314.9">31365 10068 1187 0,'41'-22'241'0,"-8"-3"-2"16,1 23-140-16,-84 4-98 15,42 3-14-15,8 4 3 0,1 3 2 16,1 4 4-16,-1 4 3 0,1 2 1 16,-1 5-2-16,-1 2-1 0,0 1 2 0,-1 1 1 15,0 1 0-15,0-2 1 0,-3-2 0 16,1-1 0-16,0-5 1 0,-2-5-1 16,3-3 0-16,0-3 1 0,-2-3 0 15,2-4 1-15,2-4 2 0,0 1 5 16,0-1 8-16,0 0 3 0,0-2 22 15,1 0 16-15,1 0 21 0,2-5 16 16,0-5-6-16,3-4-14 0,2-9-26 16,4-1-21-16,2-2-18 0,2 0-9 15,-3 1-1-15,-1-1-7 0,1 2-39 0,-5 0-52 16,4-2-73-16,-4 3 82 0</inkml:trace>
  <inkml:trace contextRef="#ctx0" brushRef="#br0" timeOffset="52514.68">31789 10136 970 0,'-3'39'85'16,"-1"-5"52"-16,0-1-58 0,-2-5-50 16,-1-3-5-16,-2-4-2 0,0-3-6 15,1-4-4-15,0-1-3 0,1-3 0 16,1-3-1-16,0-2 2 0,2-5 2 15,1 0 3-15,-1-1-4 0,4-2-9 16,-7-1 1-16</inkml:trace>
  <inkml:trace contextRef="#ctx0" brushRef="#br0" timeOffset="52699.15">31788 9803 1661 0,'0'0'193'0,"-1"0"177"15,1 1-248-15,-1 2-94 0,0-3-30 16,0 4-3-16,-2-6-2 0,3 2 2 0,-2 2-17 16,1-2-20-16,1 1-9 0,-1-2-6 15,1 1 9-15,0-2 4 0,0 1-13 16,2-2-35-16,0 6-38 0,-1-2 69 16</inkml:trace>
  <inkml:trace contextRef="#ctx0" brushRef="#br0" timeOffset="53496.66">32128 10003 1651 0,'9'0'100'0,"-79"30"-55"16,49-19-43-16,8-1 1 16,-1-2-2-16,7-1-1 0,-2 0-4 15,6-1-3-15,3-2-3 0,3 4-2 16,3-3-3-16,-2 2 4 0,9 5 3 16,-4 1 6-16,5 5 4 0,0 0-1 15,-6 1 1-15,2 0-2 0,-2 0-2 16,-3 0-1-16,-7-3-1 0,7 0-1 15,-4-3 2-15,-1 0 1 0,2-2 0 16,-2-2 0-16,-5-2 1 0,2-1 1 0,-1 1 0 16,-2-1 0-16,4-3 2 15,-2 0 1-15,-8 1 2 0,2-2 2 0,-1 3-1 16,-6-1-1-16,1-2-1 0,-7 2-1 0,-2 0-3 0,4-2-18 16,-1 1-23-1,6-2-36-15,1 0-35 0,2-1 60 16</inkml:trace>
  <inkml:trace contextRef="#ctx0" brushRef="#br0" timeOffset="53733.81">32270 9902 1423 0,'0'3'67'0,"0"2"24"0,0 2-70 16,0 3-30-16,0 7-1 0,-2 5 4 15,-3 6 4-15,1 4 2 0,-3 0 2 16,0 4 1-16,3-1 2 0,-2 1 0 16,2-1 1-16,1-3 0 0,0-7 1 15,0 4-1-15,1-4-2 0,-1-3 0 0,3 2-1 16,-1-7 2-16,-2 0-16 0,1-5-53 16,1-1-252-16,1-4 200 0</inkml:trace>
  <inkml:trace contextRef="#ctx0" brushRef="#br0" timeOffset="53889.74">32334 10293 1384 0,'2'-10'141'16,"-1"2"80"-16,-1-2-64 0,-2 2-83 15,0-1-22-15,-2 2-21 0,0 0-14 16,-3 5-2-16,-1-3-12 16,-1 0-3-16,-4-3 0 0,0 0 1 0,-3 3 0 15,-3-3 1-15,-1 6-1 0,0-3-1 0,-1 1-2 16,6 4 1-16,0-1-14 15,-3 1-34-15,7 0-38 0,-1-6-47 16,4 1 189-16,4 2-72 0</inkml:trace>
  <inkml:trace contextRef="#ctx0" brushRef="#br0" timeOffset="54091.71">32463 10110 986 0,'2'28'45'0,"4"-2"11"16,-6 3-33-16,0-3-16 15,1-4 1-15,-13 3 1 0,-4 1 3 0,-2-6 0 16,-1 4 2-16,1-8 2 0,4 0-4 16,2-4-1-16,0-3-25 0,6-4-100 15,2-5 76-15</inkml:trace>
  <inkml:trace contextRef="#ctx0" brushRef="#br0" timeOffset="54239.25">32539 9987 1483 0,'1'0'165'0,"-1"0"118"0,2 2-152 16,-2-1-104-16,-3 0-27 0,7-1-7 16,-3 0 0-16,-6 1-3 15,5-1 7-15,-11 3-38 0,2 1-58 16,4 0-82-16,-4 1 81 0</inkml:trace>
  <inkml:trace contextRef="#ctx0" brushRef="#br0" timeOffset="54498.94">32832 10138 1613 0,'-3'-1'92'16,"1"0"18"-16,-2-2-21 0,-1 2-77 16,-10-2-9-16,-3 1-8 0,-9 1-6 0,0 3 6 0,3 5 2 15,-3 4-1-15,8 1 2 0,2 2 1 16,4 0 1-16,1 0-1 16,8-1-2-16,-3-2-4 0,7-1-5 15,7 3-2-15,-6-3-4 0,4-1 4 16,0 2 13-16,-1-6-43 0,5 0-42 15,4 3-242-15,-1-6 187 0</inkml:trace>
  <inkml:trace contextRef="#ctx0" brushRef="#br0" timeOffset="54884.68">33051 10085 1320 0,'-4'0'88'0,"2"1"59"0,-4 0-102 0,2-1-48 16,-5 3-1-16,-13 1-1 0,-1 2 6 16,-9 2 7-16,1 1-3 0,2 2-1 15,-1 1 0-15,8-3-1 0,4 1 2 0,8-2 0 16,6-2-1-16,3-2-4 0,-1 3-7 16,2 0-9-16,1 1-1 0,6-1-5 15,8 3 6-15,-2-1 10 0,6 0 4 16,-1 4 6-16,2-4-1 0,-3 1-2 15,6 2-1-15,-4-2 1 0,-6 4-1 16,2-2 0-16,-6 3 0 0,3-3-3 16,-3 6 1-16,-8-2-3 0,-11 1-1 15,-2 5 0-15,-8-4-2 0,-1-1 0 16,3 1 0-16,-6-4 4 0,5 1 4 16,0-1 1-16,-2-3 6 0,1-1 0 15,-4-1 2-15,4-4 1 0,-3 1 1 16,0-5 1-16,3-1-18 0,2-1-45 0,-1-2 33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10-01T12:19:28.344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12020 5352 1051 0,'-1'0'30'16,"-1"-3"-12"-16,0 3-11 0,-2-3-4 0,2 3 7 16,-2-1 6-16,2 0 6 0,2 1 3 15,-1 0-5-15,1 0-11 0,0 1-13 16,-1 3-11-16,1 4-6 0,0 6-2 15,0 5 1-15,0 3 1 0,-2 1 2 16,2 4 2-16,0 1 3 0,-2 4 0 16,2 0 0-16,-2-3 5 0,0-1 1 15,1-2 6-15,-3 0 2 0,2-2 0 16,0-2 0-16,-1 3 0 0,1-5 1 0,0-1 3 16,-1-3 4-16,2-3 4 0,0-1 0 15,0-7 0-15,1-4-6 0,2 7-4 16,0-4-3-16,1 3-3 0,3-2 10 15,0-2 16-15,3 0 7 0,3-2 6 16,5 0-9-16,4 2-10 0,3-1-7 16,5 3-1-16,0-2-1 0,4-2-2 15,1 4 0-15,0-3-1 0,4 0 0 16,-3-1-1-16,-3 1 0 0,-4-1-1 16,-6 0-1-16,3 2 0 0,-2 1-1 0,1 0 0 15,0-1 0-15,-1 2-1 0,3 2-1 16,2-1 0-16,3 3-1 0,3 4 0 15,7-3 1-15,1 4 1 0,1 0 1 16,2-1-1-16,-5 1 1 0,-2-2 0 16,0-1 0-16,-6 1 1 0,1-3-1 15,0-1 2-15,3-1 0 0,5 1 0 16,3 1 0-16,3-1 2 0,0-2-1 0,0-2 1 16,-3-4 0-16,0 0 0 0,-1-1-1 15,-1-6 0-15,2 2 0 0,0-1 0 16,4 0 0-16,2 3 0 0,3-1-1 15,6 1 0-15,-11 2 0 0,1 0-1 16,1 1 0-16,-5 0 1 0,7 1 0 16,3 3-1-16,4-2 0 0,4 0 0 15,-2-1 2-15,2-1-1 0,0-4 0 16,-2-1 0-16,4 0-1 0,5-2 1 0,4 0-1 16,-2 2 0-16,2-1 0 0,-9 3 0 15,-5 0-1-15,2 3 0 0,-2 1 0 16,3 4 0-16,-1 3 0 0,1 4-1 15,-4 2 0-15,-5 0 1 0,-3 1 0 16,-1-2 0-16,2-1 0 0,6-5 0 16,2 0 0-16,0-2 1 0,2-1-1 15,-3-3 2-15,-4-1-1 0,1-1 0 16,2-3 1-16,0 2-1 0,5 0 1 16,3-2 1-16,-1-1 0 0,-5 1 0 0,-3-1-1 15,-3 2-1-15,-1 2-1 0,1 1-25 16,1 0-2-16,-5 0 1 0,-2-1 0 15,1 0 24-15,-8-3 2 0,0 0 2 16,-4-1-1-16,-6 1-1 0,0 3 0 16,-4-2 0-16,-2 2-2 0,-2 0-13 15,-3 2-21-15,-2 0-15 0,-1 0-10 16,-3 1 14-16,-2-4 22 0,-6 1 21 0,2 0 21 16,-3 1 10-16,-4 0-6 0,-1 0-19 15,0 0 2-15,-6 0-11 0,-2-1-5 16,-4 1 7-16,-5 1-18 0,0 0 3 15,-1 2 9-15,3-1 10 0,0 0 5 16,3-1 3-16,-2 0 2 0,3-1-1 16,1-1 2-16,1 0 4 0,3-1 12 15,2 0 10-15,-1-2 11 0,3 1 6 0,1 1-4 16,0 0-6-16,0 1-9 0,0 0-11 16,1 0-8-16,0 1-7 0,0-2-3 15,0 1 5-15,-3-5 2 0,4 3 0 16,2-1-2-16,-1 0-10 0,1-1-4 15,0 1 1-15,0-2 2 0,0 2 2 16,4-2 3-16,-1-1 0 0,0 1 0 16,0 0 0-16,-2 0-1 0,1 1 2 15,-2 0-1-15,1 1 0 0,-1 2 0 0,-1-2-1 16,2 3 0-16,-1-1 0 0,-2 1-2 16,3-1 1-16,-3-4 0 0,1 3 0 15,1 0 0-15,0-1 0 0,-1 0-1 16,1 2 0-16,-2-1 0 0,2 1 1 15,-2-1 0-15,0 1 1 0,0 0 2 16,-1-4 1-16,0 5 1 0,0-3 3 16,1-1 2-16,0 1 0 0,0-3 0 15,0 0-3-15,1 0-1 0,-1 0 0 16,0-1 0-16,1-1 2 0,1-1 3 0,1 0 2 16,-1-5 3-16,0 6 3 0,1-2 4 15,-3 2 4-15,1-1 2 0,-2-3-1 16,0 0-4-16,0 2-7 0,-2-5-7 15,0 5-6-15,-1 2-3 0,1-7 1 16,0 7 4-16,-1-7 7 0,-1-2 2 16,1 5 2-16,0-5 1 0,0 2 0 15,0 1 0-15,0-3-1 0,0 1-3 0,1-3-4 16,-2 0-5-16,0-2-2 0,1-1-2 16,-1 1 2-16,1-2-1 0,0 4-1 15,-1-6-2-15,3 4-2 0,0-1-4 16,1 0 2-16,0-1 1 0,1-1 2 15,1-3 2-15,1 6 0 0,-2-1 1 16,3 4 0-16,0 6 0 0,-3-2-1 16,1 5 3-16,-2 0-3 0,0 2 0 15,1 1-2-15,-1 2-7 0,-1 0-3 0,0 0-2 16,-1 3 3-16,-1-1 4 0,1 0 0 16,-1 1 3-16,-2-1-2 0,3 1 2 15,-2-1 1-15,-1 2 1 0,2-4 0 16,-3 2 0-16,1-2-2 0,-2 0 0 15,-1-1-1-15,-1-1 0 0,-2-2 1 16,-3-1 0-16,-4 0 1 0,-3-2 1 16,-3 1 0-16,-3-2 0 0,-1 0 0 15,-7-4 1-15,0 3 0 0,-4-1 0 16,-1-2 1-16,1 1-2 0,-2-2 2 0,3 0-2 16,2 1 0-16,0 4 1 0,1-1-1 15,-4 2 0-15,-7-5-1 0,-6 0-2 16,-9 3 2-16,-8 1-2 0,2 2 1 15,2 2 1-15,8 2 0 0,5 1 1 16,-4-2-1-16,1 2 1 0,-7-2 0 16,2 2 0-16,3-2 0 0,0 3 0 15,6 1 0-15,-2-2 0 0,4 5-1 16,-7 1 0-16,-9 0 1 0,-4 2-1 0,-3 2 0 16,4-1 0-16,5 2 0 0,1 0 1 15,-1 0 0-15,-1-3 0 0,-1 1 0 16,-1-2 0-16,6 4 0 0,2 2 0 15,5-1 0-15,2 1 0 0,-7-7 0 16,1 2 0-16,-8-3 0 0,-2 0 0 16,0 3 0-16,0 1 0 0,4 7 0 15,-5-2 0-15,-4 2 0 0,-2 1-2 16,-2-3-1-16,6 0 1 0,6 3 0 0,9 1 0 16,1 1-14-16,0-2-3 0,-2-1-2 15,-6-2 2-15,2 1 14 0,2 1 3 16,4 1 1-16,2-1 1 0,4-3 0 15,3 5 0-15,0-4 0 0,-2-1 0 16,-2 5 0-16,0-3 0 0,-1 0 0 16,3 2 0-16,4 3 0 0,1-2 0 15,3-1 0-15,2 0 0 0,2-6 0 16,7 0 0-16,2-2 0 0,3-1 1 0,-5-1-1 16,-5 1 1-16,1-4 0 0,-2 1-1 15,4-1 1-15,0-2 0 0,0 0-1 16,0 0 1-16,1 3 0 0,-1-2-1 15,7 3 0-15,-1 0 0 0,2-1 0 16,5 1 0-16,-3-1 0 0,2-1 0 16,2 2 0-16,0 0 0 0,4 0 0 15,3 0 0-15,1 2 1 0,-4-1-8 16,3 0-10-16,1 2-15 0,1-3-29 16,4 2-9-16,1 1 34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10-01T12:26:27.41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20369 15786 701 0,'10'0'91'0,"50"-38"164"31,-64 28-155-15,10 10-26-16,-1 3-11 0,2 2-6 0,-2-1-5 15,-3 1-3-15,-2 1-7 0,0 2-10 16,0 2-10-16,-2 5-8 0,-2 1-5 16,-4-2-4-16,-1 5 0 0,0-4 0 15,-5 1 3-15,2-2 7 0,-4-5 8 16,-1-1 6-16,1-5 2 0,2 0-1 15,1-3-2-15,1 0-1 0,3-1 0 16,-1-6 3-16,3 0-5 0,3 7-4 16,4-2-8-16,-3-8-8 0,4 1-4 15,3-5-2-15,4-3 1 0,3 5 0 0,1-4 2 16,4 2-1-16,2 6 1 0,-1 0-2 16,1 4 0-16,0 4-1 0,-5 0-2 15,-2 5 0-15,-4 0 1 0,-2 3 2 16,1 2 0-16,-2 3 4 0,-3-1 1 15,-2-3-2-15,-7 4 2 0,0-4-2 16,-3 0-11-16,-3-1-33 0,-1-3-58 16,-3-5 53-16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10-01T12:27:24.404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13685 11612 778 0,'33'-4'26'0,"-5"0"5"0,4 2-52 0,-3 0-6 16,-3 1 4-16,5 0 9 0,-4 0 5 15,1-1 2-15,-1 0 4 0,0 0 2 16,2 1 3-16,2 0 3 0,3 1-2 0,1 1-1 16,3 0 0-16,1 2 1 15,5 0 3-15,0 0 0 0,-4 1-4 0,0 1-2 16,-4-2 1-16,1-1 3 0,5 1 19 15,4 0 39-15,8 0 6 0,5 3 4 16,-1-5-16-16,0 3-39 0,-5-2-8 16,-8 0-7-16,0 1 1 0,-3 1-2 15,0-3 0-15,7-1 0 0,6 3 1 0,4-2 4 16,3 1 0-16,-5 1-2 0,-5-3 1 16,-8 0-3-16,-1 3 1 15,5 1-1-15,2-3 2 0,4 0-4 0,5 3 0 16,2-4 0-16,-2 2-7 0,-4-4 6 15,-5-2-1-15,-5 2-1 0,1-3 6 16,5 5 0-16,6-2 2 0,3 1 5 16,-1 1-1-16,-4 0-4 0,-11 1 0 15,-3 1-2-15,-1 2 2 0,-2-1 4 16,5 3 2-16,-1-3-2 0,4 4-3 0,1-3-1 16,5-1-2-16,0 3-1 0,-6-3 1 15,-4 1-2-15,-7-4 0 0,-3 0-1 16,0 0 0-16,2 0 1 0,-1 0-1 15,5 0 2-15,0 0-2 0,2 0 0 16,1 0 0-16,3 0 0 0,0 2-1 16,-1-2 0-16,-4 0 1 0,-5 0 0 15,0 0-1-15,-3-2 1 0,7 2-1 16,-1 2 1-16,1-1 0 0,6 3 0 16,0-1 0-16,-1 1-1 0,2-1 1 0,-7-1 0 15,-6 2 0-15,1-1 0 0,-4-1-4 16,0-2 0-16,1 0-4 0,-2-3 0 15,0 0 4-15,3 0 3 0,4 2 3 16,7 1 3-16,0-2 1 0,1 3 9 16,-3 0-2-16,-5 3-1 0,0 1-1 15,-3 2-11-15,-1-4 2 0,0 0-2 16,0 1 0-16,0 0 1 0,0-2 0 16,6 3 1-16,4-3-1 0,0-5-2 0,4 2 2 15,-3-4 29-15,-6 2 22 0,-1 2 5 16,-4-3 0-16,-3 3-30 0,3-2-17 15,-2 2-5-15,2-3-3 0,2 1 1 16,3 2 0-16,2 0-1 0,2 3 1 16,1 0-2-16,1 0 0 0,-1 3-1 15,-5-5 3-15,-1 5 0 0,-6-2 0 16,0 0 1-16,0-2-2 0,-1-1-1 0,4 0 0 16,1-5 1-16,5-2 0 0,3 5-1 15,3-1 1-15,2 1-1 0,-2 3 0 16,-3-4 2-16,-3 1 0 0,-4-1 2 15,-1-1 9-15,-3 3 6 0,-2 1 2 16,0-2 4-16,1 0-6 0,3 1-1 16,-1-2-3-16,3 3-2 0,-1 2-5 15,2 0-6-15,0 2 0 0,0-4 4 16,-6 1 8-16,1-1 5 0,1-5 5 16,-1 1-1-16,0 2-7 0,0-3-4 0,1 2-6 15,2-1-4-15,0-1-1 0,2 1-1 16,0-2-1-16,-1 1 1 0,-2 4-2 15,2-1 1-15,-3 2-1 0,-2 0-1 16,3-1 2-16,-6-1 0 0,2-1 0 16,-1 2 0-16,-4-1 0 0,4 2 1 15,0-3 0-15,0 0-1 0,0 2 1 16,0-1 0-16,-1 2 0 0,2-1 0 16,0 1-1-16,6 1 0 0,-3 1 0 0,1-2 1 15,-2 0 1-15,-5 0-1 0,0 1-1 16,-1 0 0-16,0 1 0 0,-3-1 0 15,3 1 0-15,1 2 0 0,2 3-1 16,0-1 0-16,0-1 0 0,0 2 0 16,0-5 2-16,1-1 1 0,0-2-1 15,4-1 1-15,1-2-1 0,2 1 0 16,-1 1 1-16,-6-4-1 0,-1 3-1 16,-3 1 0-16,-4 0-1 0,0 1 0 0,-2 1 1 15,0 0 1-15,1 0 0 0,0 0 0 16,-1 0-1-16,-3 0 0 0,0-2 1 15,0 2-1-15,1 2 0 0,-2-1 0 16,2-1 0-16,-3-1 0 0,2 1 0 16,1 0 0-16,-2 0-1 0,1 1 0 15,-2-2 0-15,-4-1 1 0,2 2 0 16,-1-1 0-16,-2 0-1 0,4 1 0 16,-2 0 0-16,-1 0 1 0,-2 0-1 0,-2 1-5 15,0-1-16-15,-2 0-17 0,-2 0-27 16,4-1-25-16,-4 1-229 0,1-2 208 15</inkml:trace>
  <inkml:trace contextRef="#ctx0" brushRef="#br0" timeOffset="4427.59">9516 13188 1185 0,'-1'0'83'16,"1"1"44"-16,0 0-32 0,-4-1-28 15,3 0 0-15,0-3-5 0,-2-1-6 16,-2 1-9-16,2-3-5 0,-3 3-1 16,2-3-2-16,-4 2-5 0,-1-1-1 0,-5 0-6 15,1 0-3-15,-3 0 0 0,-4-1-7 16,-2-1-6-16,-5 3-5 0,-3-3-5 16,0 4-1-16,2-1 0 0,2 3-2 15,1-3-1-15,3 1 2 0,1 1 1 16,-3 0 0-16,3 1 1 0,1 0 1 15,-5 1 1-15,2-2 0 0,-1 2 0 16,-6 0-1-16,1 0-2 0,-6 0 0 16,-3 0-2-16,3 0 1 0,1-1 1 0,3 1 3 15,5 0 5-15,3-1 0 0,2 0 0 16,1 1 2-16,4-2 3 0,0 1 5 16,1-2 4-16,0 2-4 0,-3 0-5 15,1 0-4-15,-2 1-5 0,-2-2-1 16,0 1 0-16,-8 0-2 0,-4 1-1 15,-7 0 0-15,-3 0 0 0,3 0 0 16,-1 0 0-16,8 0-1 0,1 0 0 0,3 0 1 16,-1 2-1-16,-2-2 1 0,3 2 0 15,-1 0 0-15,2-1 0 0,1 3 0 16,-4-2 0-16,-3-1 0 0,-6 3 0 16,0-2 0-16,1 1 0 0,0 2 0 15,1-2-1-15,2 2 1 0,4 0 0 16,1 0-1-16,5-1 1 0,-3 0 0 15,4 1 0-15,0-1 0 0,1-1 1 16,2 0 0-16,2-1-1 0,-6 0 1 0,-2-1 0 16,1 0-1-16,-4-1 2 0,5 0-1 15,0 0 4-15,0-2 4 0,1 2 1 16,2 0 0-16,-1-3-5 0,-1 2-3 16,1 0-1-16,-1 1 0 0,0 0-1 15,0 0 1-15,0-3-1 0,-3 2 0 16,-3 0 1-16,2-1 0 0,-2 1 0 15,3-2 2-15,-2 1 6 0,0-1 5 16,3 2 5-16,0 1-1 0,5-3-5 16,-3 2-7-16,1-1-6 0,1 2 0 0,-2 0-2 15,-1 3 0-15,4-1 0 0,-3-2 1 16,0 4 0-16,4-3 0 0,-9 1 1 16,3 0 0-16,-2 0 0 0,-2 1 0 15,3-1 0-15,-1 2 0 0,1-3 0 16,2 1 0-16,5-1 0 0,2-1 0 15,0 3 0-15,0-2 0 0,-1 3 0 16,0-3 0-16,2 2-4 0,-3-2 0 0,2 0-1 16,0 0-2-16,1 3-5 0,-1-2-7 15,3-1-10-15,4-1-17 0,0 0-34 16,3 0 93-16,-18 0-33 0</inkml:trace>
  <inkml:trace contextRef="#ctx0" brushRef="#br0" timeOffset="13709.08">15164 6071 611 0,'-11'-6'20'0,"2"-2"-4"0,1 3-11 16,6 0-2-16,-6 1-2 0,0-1-1 16,0 0-1-16,-3-1 18 0,1 0 23 15,-2 2 24-15,-3-1 20 0,-2 1 0 16,1 0-1-16,3 2-14 0,-1 1-16 15,3 1-15-15,1 0-18 0,0 1-4 16,1 0-3-16,-1 0 1 0,2 1-1 0,4 0 0 16,-2 0 5-16,3 0 8 0,0 1 7 15,3-3 2-15,0 0-6 0,0 0-12 16,0 0-7-16,3 2 0 0,1 0 2 16,4 0 3-16,3 2 1 0,3-2-5 15,2 4-6-15,1-3-3 0,6 1-1 16,0-1-2-16,4-1 1 0,5-2 3 15,3 2 0-15,3-1 0 0,-2 0-2 16,-2 1 0-16,-2-1-1 0,-5 0 1 16,1 0 0-16,-1-1-1 0,0 3 0 0,0 0-2 15,4 0-1-15,2 1 2 0,1 0-2 16,5 0 1-16,1 1 1 0,5-2-1 16,0-1 2-16,-2 1 0 0,-4-3 0 15,-2 2 0-15,-2 0 0 0,-3-2 0 16,1 2 0-16,1 1 0 0,2 0 0 15,7 3 0-15,6 1 0 0,7 0 2 16,-2 2 1-16,-3 0 0 0,1-2 0 16,-7 1-1-16,2-2-1 0,0-1-1 0,4-1 1 15,5-2 0-15,6 0 0 0,-3-2 1 16,-5-1-1-16,-7 0 0 0,-6-2 0 16,0 0 0-16,2 2-1 0,2 1 0 15,5-1 1-15,8 1-1 0,0 0 1 16,2-4 0-16,-6 2 0 0,-8-2 0 15,-3-3 1-15,-1 2-1 0,3 0-1 16,5 0 1-16,9 0 0 0,4-2 0 16,-4 1 0-16,-2 1 0 0,-8 1-1 0,-9 1 0 15,-2 2 0-15,3 1 1 0,0 0 0 16,2 0-1-16,4 1 1 0,-1-1 0 16,0 0 0-16,-1 2 0 0,-9-2 0 15,-4 1 0-15,-4-1-1 0,-5-1 1 16,3-1 0-16,0 0 0 0,0-2 1 15,3 2-1-15,1-2-1 0,4-1 1 16,5 2 0-16,-1-1 1 0,3-1 0 0,-5 0-1 16,-5 1 0-16,-5-1 1 0,-5 1-1 15,0-1 0-15,-7 2 0 0,5 0 1 16,-4 1-13-16,-3 1-37 0,-4 0 30 16</inkml:trace>
  <inkml:trace contextRef="#ctx0" brushRef="#br0" timeOffset="15499.37">20170 6145 207 0,'-2'-2'43'16,"1"-3"21"-16,0-2 22 0,1 0 14 16,3-4-8-16,2 2 2 0,2-1-6 15,1 1-11-15,4 0-17 0,0 1-19 0,0 3-17 16,3 2-13-16,2 3-8 0,2 0-6 16,5 2-6-16,5 2-1 0,5 4 3 15,8-2 3-15,2 0 2 0,6 2-1 16,1-2-2-16,-3 1-1 0,6-5 6 15,2 2 6-15,8 1-1 0,10-1 4 16,6 0-4-16,0-3-2 0,-3-1 4 16,-4-2 2-16,0-3 0 0,8 2 1 15,7-1-1-15,-4 0 5 0,-1 4 6 16,-8 0 37-16,1 3 2 0,8 3-7 16,0 2-6-16,0-3-40 0,-8 2-3 0,-8-5 0 15,-3-1-2-15,1-1 1 0,3-2 2 16,4-2 3-16,-4-2 4 0,-4-2 4 15,-6 0 0-15,-8 3-2 0,2-3-4 16,-2 5-1-16,3-2-3 0,-3-1 1 16,-4 3-1-16,-5-4 29 0,-8 2 7 15,-3 0 1-15,-3 1 0 0,1-2-29 16,-1 3-9-16,-4 1-2 0,0-1-1 0,-3 3 0 16,-2 0 0-16,-1 0 1 0,-1 1 1 15,-6 2 0-15,0-3 2 0,-3 1 3 16,-4 0-3-16,-3-1-55 0,-2 0 37 15</inkml:trace>
  <inkml:trace contextRef="#ctx0" brushRef="#br0" timeOffset="16849.59">25371 6202 850 0,'2'-9'-106'16,"-11"9"118"-16,50-7-18 15,-28 6 10-15,6 0 37 0,-2 1-10 16,7 1-9-16,7 0-11 0,1 2-5 15,8 2-2-15,8 1-3 0,8 2-1 16,5-3 1-16,1 2 3 0,0-6 7 16,-2 3 5-16,2-3 3 0,3-1 0 15,7 0-1-15,4-3-1 0,-3 3 0 16,-4-2-1-16,-6 1-2 0,-2-2-2 16,1 0-4-16,6 6-2 0,3 0-2 0,0 3-1 15,-4-4 0-15,-5 0-1 0,-1 3 1 16,-1-4 0-16,5 0 70 0,-1 2 22 15,3-4 5-15,-9-1 2 0,-6-1-66 16,-9-3-17-16,-8 1 0 0,-1-1-2 16,-5 0-2-16,-1 3-5 0,-3-1-3 15,-4 2-1-15,-2 2-3 0,-3-6 20 16,-3 1 7-16,-4 2 3 0,-3-4 4 16,-1 5-20-16,-5-1-8 0,1 0-4 0,-1 3 0 15,-1-3-7-15,-1 1-18 0,-2 2-52 16,-4-1-174-16,-5 1 151 0</inkml:trace>
  <inkml:trace contextRef="#ctx0" brushRef="#br0" timeOffset="18059.49">28837 6051 674 0,'0'-2'94'0,"-4"1"164"0,1 0-249 0,2 1-10 15,0 0-2-15,0 0 2 0,1 1 2 16,-1-1 7-16,1 1 12 15,0-1 0-15,0 0-6 0,0 0-17 0,0 0-16 16,5 0-2-16,2 0 4 0,7 0 2 16,5-1-15-16,4 0-23 0,8-1-5 15,3-1 3-15,9 0 15 0,5 0 19 16,5 2 10-16,1 1 2 0,-3 0 1 16,-4 1 6-16,-7-1-6 0,1 0 5 0,2 2 1 15,2-1 0-15,7 0 4 0,6 2 1 16,4-1 0-16,0 0-1 0,0 2 0 15,-6-2-1-15,0 2 0 0,6 1 1 16,7 0-1-16,9 2 1 0,-4 2-2 16,-2-3 2-16,-6 0-2 0,-3-1 79 15,7-2 6-15,1 1 0 0,4 0 4 16,-7 0-79-16,-6-2-3 0,-8-1 0 16,-7-1-2-16,1 0 1 0,0 0-2 15,6-1-1-15,4 0 2 0,-4-2-1 0,-2-1 1 16,-6 1 1-16,-9-4 3 0,-2 1 32 15,-7-1 29-15,-2 1 7 0,-3 1 0 16,-1 1-31-16,-3 0-26 0,0 2-7 16,-3 0-3-16,-4 1-4 0,-2 0 0 15,-3 1 2-15,-4 0-31 0,-3 0-198 16,-1 0 152-16</inkml:trace>
  <inkml:trace contextRef="#ctx0" brushRef="#br0" timeOffset="20189.93">3222 7251 800 0,'2'0'27'0,"1"2"4"0,0-2-45 15,1 0-14-15,-4 0 4 0,3 1 6 16,3 5 4-16,3 1 1 0,-1-1 2 16,2 2 3-16,-1 0 3 0,1 0 2 15,4 1-3-15,-1 3-4 0,1-4-5 0,3-1 0 16,1-5 1-16,3-1 1 0,0-2 0 15,0-3 2-15,5 1 4 0,3-1 4 16,4 3 3-16,6-1 1 0,4-4 0 16,2 4 0-16,5 1 0 0,-4-2-1 15,-1 3 0-15,-1-1 0 0,-3-4-1 16,2-1 0-16,1 1 1 0,8 0-3 16,7-1 1-16,6-1 1 0,3-3 0 15,-3 0 1-15,-1-2 0 0,-2 3 0 16,5 2 2-16,9-1-1 0,4 4 1 0,-7-2-1 15,-8 3-1-15,-7 3 0 0,-5 2 0 16,9 1 1-16,6 6-1 0,1 0 1 16,-5-1-1-16,-5 5-1 0,-8-5 1 15,-5 0-1-15,0 1 1 0,-1-1 0 16,1 0 0-16,6-2 0 0,2-2 1 16,2 0-1-16,-1-3 0 0,-6 0-1 15,0-2-1-15,-5-4-1 0,-3 2 1 16,4-2 1-16,3 2 2 0,6-1 2 15,2 1 0-15,-1 3 0 0,-4 0 0 0,-6-1-1 16,-5 1-1-16,-5-1 0 0,1-1-1 16,-3 2 1-16,-2-1-1 0,3 2 1 15,-2 1 0-15,1-2-1 0,3 0 2 16,-1-2-1-16,-2 1 3 0,-1 1 12 16,-4 0-11-16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10-01T12:38:23.21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30503 4975 1386 0,'-82'5'429'31,"61"-3"-408"-15,-4-1 0-16,3-1 0 0,-3 0-3 15,-2-1-1-15,-1-1-4 0,-2 1-2 16,-4-2 2-16,-2 2-2 0,-5-1 0 0,-10-1-4 0,1 0-4 16,-2 3-3-1,5-2 0-15,5 1 0 0,4-1 1 0,2 2 1 16,5-1-1-16,0 0-1 0,-2-1 0 16,-5-1 0-16,-10 0-1 0,-7-2 1 15,-3 0 1-15,-3 4 0 0,4-1 1 16,4 1 0-16,5 2 0 0,3 1-1 15,0-2 2-15,-3 3-1 0,-4 0 2 0,-2 1 1 16,2 2-1-16,3 2-1 16,1 0-2-16,3 2 0 0,2-2 0 15,0-1-1-15,0 1 1 0,-8 0-1 0,-4-2 1 16,-4-3-1-16,-1-1 0 16,6-1 0-16,6-1 0 0,7 0 0 15,1 0 1-15,7-1 1 0,-2-1-1 0,-4 2 1 0,-3-2 1 0,-11 0-2 16,-5-1-40-16,-1 1 104 0,-2-1-61 15</inkml:trace>
  <inkml:trace contextRef="#ctx0" brushRef="#br0" timeOffset="37371.37">8570 8416 933 0,'15'0'31'0,"1"0"-4"0,2 0-11 0,-3 2 2 0,5-1 9 16,1-1 9-16,-1 1 10 0,3-1 5 16,2-1-5-16,2 1-8 0,3 0-13 15,1 1-2-15,2 1 5 0,1-1 7 16,2-1 2-16,1 0-7 0,-7-1-12 16,1-1-7-16,-3 1-5 0,0-3 0 0,4 2 0 15,-2-1-1-15,0-1-1 0,3 3-2 16,1 0 0-16,6 1-1 0,2 0 2 15,1 0-2-15,1-2 0 0,0 2-1 16,-5-2 1-16,1 1 2 0,-1-2 3 16,-4 0 3-16,1-3 0 0,4 3 0 15,1 1 0-15,3-2-1 0,4 4-1 16,-1 1 0-16,-3 1-1 0,-2 1-1 16,-6-3-2-16,-4 0 1 0,0 0 0 15,-3 3 0-15,1-2-1 0,1 2 0 16,-3-1-1-16,1-2 0 0,3 2 0 0,1-1-1 15,3 3-1-15,0-2 0 0,-2 0 0 16,-2-1 0-16,-4-1 0 0,0-1 3 16,0 1 6-16,-3 0 31 0,2 0 5 15,1 0 1-15,0-3-6 0,2 3-31 16,0-1-5-16,0 1-2 0,1-1 0 16,0 1-1-16,0 0 0 0,1 1 1 15,-2-1 0-15,-3 1-1 0,-2 0 0 0,-4 1 1 16,1 1 12-16,1-1-67 0,-4-2-173 15,-3-5 151-15</inkml:trace>
  <inkml:trace contextRef="#ctx0" brushRef="#br0" timeOffset="40526.72">11810 8374 1055 0,'4'1'25'0,"5"-1"-4"0,-2 0-29 0,7-1-3 16,1 1 2-16,1-1-7 0,4 0-9 15,0 1-11-15,3 2-4 0,-2-1 9 16,5 5 10-16,0-3 10 0,1-1 9 0,4 0 0 15,4 1 1-15,4-1 1 16,6-2 3-16,3 3-2 0,5-2 1 16,2-1 3-16,-2 0-1 0,0-2 5 0,-6-1 3 15,5-1-3-15,4 2-1 0,8 3-5 16,4 0-6-16,-1 4-1 0,-6-3 0 16,-5 2 4-16,-6-2 4 0,1-1-1 15,2 1-3-15,4-1-2 0,1 3 2 16,2 0 1-16,-2-2 7 0,-3 2 0 15,-6-1 3-15,-3-3 1 0,0 0 0 0,2 2-5 16,2 1-1-16,2 3-2 16,3-1-2-16,-4 0 2 0,-3 0-1 0,-6-3-2 15,-7 3 1-15,-1-3 0 0,-2 0 0 16,0 2-2-16,2-1 1 0,-1 0-1 16,6-1-1-16,8 1 1 0,-4 0 3 15,7-3 0-15,-6 0 2 0,-6 1 1 16,1-1-1-16,-2 0 2 0,0 2 0 15,-1 0-1-15,0 2 3 0,1-1 1 16,1 4 2-16,5 3 1 0,0 3-14 16,-2 1-146-16,-3 3 104 0</inkml:trace>
  <inkml:trace contextRef="#ctx0" brushRef="#br0" timeOffset="42469.65">15680 8477 574 0,'52'1'199'0,"-40"1"-66"16,6 4-86-16,1-3 4 0,-41 0 21 15,46 0-27-15,3 0-18 0,2 0-19 16,1-3-12-16,5-1 6 0,6-2 3 15,5 1-2-15,8-2 0 0,3 0-13 16,-2 0 1-16,-1-1 5 0,-9 0 3 16,-4 0 3-16,2-2-2 0,-2 3-2 15,7-1 1-15,4 0-1 0,9 3-1 16,2-1 0-16,3 0 0 0,-6 3 0 0,-5-2 2 16,-3-1 0-16,0 1 1 0,3 1 0 15,2 1 2-15,2 0 4 0,-4 0 4 16,-5 0 1-16,-5 0 2 0,-9 0-5 15,0 2-2-15,-3 1-1 0,3-2 2 16,3 1 1-16,0-2 4 0,6 2-1 16,0-2 1-16,1 0 3 0,0 0 8 0,-3-3 27 15,-2-3 12-15,-4 2 7 0,-1-1-7 16,0 0-26-16,-2 1-17 0,2 0-9 16,3 1-5-16,7 3 1 0,4 0-1 15,1 0 1-15,1 0-3 0,-7 0 0 16,-7 2 1-16,-4-2 0 0,-5 0 1 15,-2-2-1-15,1 1-2 0,-1-3 0 0,0-1 0 16,3 0 0-16,1-3 0 16,-1 3 0-16,4-1 0 0,-8-1 0 0,-1 0 0 15,-3 4-1-15,-6-2-1 0,0 4 2 16,-5 1-19-16,-1-1-28 0,2 3-47 16,-6 3-185-16,6 4 171 0</inkml:trace>
  <inkml:trace contextRef="#ctx0" brushRef="#br0" timeOffset="43603.66">20133 8463 828 0,'25'1'95'0,"43"-2"481"15,-24-3-210-15,6 2-794 16,2-5 95-16,2 4 338 0,5-2 1 16,-5 1 2-16,-3 0 9 0,-1 1 30 15,-4 1 7-15,5 1-1 0,2 1-7 16,3 1-30-16,5 1-9 0,-2 1-3 15,-4 0-2-15,-4-1-1 0,-6-2-2 16,-4 0-2-16,5 0-1 0,3 0 1 16,3 0 0-16,7 0 1 0,-1-1 1 15,-3-1 0-15,-3-3 1 0,-6 1 0 0,1-1 2 16,0 1-2-16,5 2 1 0,5 2 0 16,7-1 1-16,6 2 2 0,3-1 6 15,0 0 5-15,0 2 1 0,3 0-1 16,6 2-5-16,0 0-4 0,-3 0-2 15,-8-2-2-15,-10 0 0 0,1-4 2 16,1 1 4-16,10 0 4 0,2 0 3 16,-3-2-2-16,-6 0-4 0,-5 0-5 15,0 1-3-15,5 0-1 0,8-3 0 0,2 2 1 16,-3-3 0-16,-4-1 0 0,-7 2-1 16,-3-1 1-16,5 3 1 0,7 2 1 15,3 2 4-15,-4 6-44 0,-11 5-2 16,-10 2 16-16</inkml:trace>
  <inkml:trace contextRef="#ctx0" brushRef="#br0" timeOffset="53833.99">23911 10227 271 0,'32'-2'26'0,"-4"4"39"0,-4-1-61 16,-7 2-3-16,-2 2 0 0,1-2 0 16,-1-3-1-16,-3 2 0 0,1-1 0 15,-6-1 1-15,2 6-1 0,-3 0-2 0,1-3-2 16,-2 1-20-16,-1-4-60 0,-1 0 54 16</inkml:trace>
  <inkml:trace contextRef="#ctx0" brushRef="#br0" timeOffset="58089.1">5477 12013 922 0,'79'15'21'0,"6"30"-21"16,-82-35 12-16,22 4 2 0,-31-7 3 0,40 0 1 15,3-3-2-15,5-1-5 0,3-3 0 16,8 0-4-16,10 0 0 0,3 0 0 16,6 0-4-16,-2 0 1 0,-6 0-2 15,1 0 0-15,1 0 0 0,7 0 1 16,1 0-2-16,-1 1 1 0,-4-1-1 16,-8 0 1-16,-1 0 1 0,-2 0-1 15,5 0 2-15,4 0-2 0,-2 1-1 16,-5-1 2-16,-7 0-1 0,-9 0 0 15,-4 0 0-15,-4 1 1 0,1-1-1 16,-2 4 1-16,-1-1-1 0,3-1-1 16,-1 4 1-16,-1-3 0 0,-2 2 1 0,-4-1 0 15,-3 0 1-15,-6-1 1 0,-4 1 0 16,-3-1 1-16,-6-1-3 0,2-1-1 16,-9-1-1-16,3 1-43 0,-3-1-65 15,0 0-89-15,-6 0 90 0</inkml:trace>
  <inkml:trace contextRef="#ctx0" brushRef="#br0" timeOffset="58732.97">6120 12575 842 0,'19'0'13'0,"5"0"-12"0,4-3-23 0,4 1 20 16,5-4 2-16,3 1 5 0,0 0 3 0,2 0 3 16,1 2 0-16,0 0 2 0,1 3 0 15,-4 1 4-15,-10 0 4 0,-8 3-1 16,-6 0-5-16,-5 0-11 0,1 1-58 16,-2 1-76-16,-2-1 74 0</inkml:trace>
  <inkml:trace contextRef="#ctx0" brushRef="#br0" timeOffset="58919.21">6163 12742 683 0,'20'8'55'15,"2"-5"47"-15,5 4-88 0,4-5-25 16,6-2 1-16,2 2 9 0,6-3-2 15,5 0 2-15,2-5 3 0,-3 1 6 0,0 0 5 16,-9 3 5-16,-7 2 0 0,-3-2 2 16,-6 2 4-16,-6-2 5 0,-3 2-1 15,-5 1-27-15,-3 2 5 16</inkml:trace>
  <inkml:trace contextRef="#ctx0" brushRef="#br0" timeOffset="59402.11">6387 12209 1375 0,'-9'-6'41'0,"3"1"-14"15,-1-1-20-15,2-1-2 0,0 6 1 16,-1-3 6-16,3 0 2 0,-2 4 1 15,4 0-3-15,1 0-7 0,-1 0-9 16,4 6-14-16,0-3-10 0,3 4-3 0,0 1-1 16,3-1 4-16,2 3 1 0,4 2 1 15,4-4-1-15,7 2 5 0,1-1 9 16,1 2 8-16,3-3 8 0,-2-3 3 16,-1 0-1-16,-2-1-1 0,-7 4 0 15,-3 0-2-15,1-2 1 0,-6 0 4 16,-1-2 7-16,-5-1 5 0,-5-2 9 15,1 2 5-15,-2-5 4 0,1 2 2 16,-4 0-6-16,-1 3-13 0,-8-1-43 0,-7 1-76 16,-10 2 58-16</inkml:trace>
  <inkml:trace contextRef="#ctx0" brushRef="#br0" timeOffset="59760.33">6205 12457 1033 0,'-1'0'-5'15,"1"0"-36"-15,0 0-22 0,1 1 9 16,5 0 15-16,0 1 11 0,1 2 21 0,5-2 9 16,1-1 7-16,4-1 1 0,2 0-6 15,0-1 1-15,4-1 0 0,-3-1 1 16,-2 0 0-16,0 3 1 0,-4-1 1 16,0 1 2-16,-3 1 4 0,-3-1-3 15,-4 3-6-15,-4 0-3 0,-1-1 28 16,-2 2 13-16,-6 4 8 0,-5 6 0 15,-1 1-31-15,-10 6-11 0,1 0-1 16,1-1 1-16,0-3 0 0,7-2 1 16,2-5 1-16,4-1 5 0,4-3-2 0,3 1-12 15,3-4-47-15,0 1-26 0,1-2-10 16,3 0 7-16,1 3 41 0,2 2 16 16,3 4 6-16,0-1 1 0,4 2 4 15,-1-1 5-15,2 2 2 0,-1-3 2 16,-1 5 0-16,-4 0 2 0,-3-2 6 15,-1 1 6-15,-1-3 0 0,1 1-90 16,-3-1 56-16</inkml:trace>
  <inkml:trace contextRef="#ctx0" brushRef="#br0" timeOffset="68283.66">19715 12074 546 0,'-16'-6'113'0,"8"3"-145"16,-2 1-104-16,-2-4 82 0</inkml:trace>
  <inkml:trace contextRef="#ctx0" brushRef="#br0" timeOffset="68829.93">18814 11983 1176 0,'0'-66'1774'31,"20"55"-2430"-31,7 2-190 16,7 4 859-16,6 4-4 0,8 1-3 16,11 4-4-16,-2 2-1 0,-2-1-1 15,4 3 0-15,4-2 1 0,13 6 2 16,9-1 0-16,1 2 0 0,-5-2-2 15,-7-4-1-15,3 0 21 0,2-4 15 16,15-3 9-16,1 0 11 0,-2-7-12 16,3-3-10-16,0-2-6 0,2-1-11 15,-1 2-8-15,-9 0-3 0,-6 2 0 16,2 1 7-16,6 1 2 0,1 5 1 16,-8 0 0-16,-4 4-6 0,-13 1-3 0,2 4-4 15,3 6-2-15,2-1 0 0,-2 0 0 16,-11 2 1-16,-11-2 0 0,-11-3 2 15,-4 2-1-15,-3-5 1 0,-1 0 0 16,-7-3-1-16,-4-3 0 0,-3 0-1 16,-4 0 1-16,-4 0-2 0,-3 0 2 0,-5 0-4 15,0-1-7-15,-1-3-10 0,-6 0-8 16,-1 1-15-16,-3-1-16 0,-4 0-26 16,-5 0-34-16,-6 2-196 0,-3 2 195 15</inkml:trace>
  <inkml:trace contextRef="#ctx0" brushRef="#br0" timeOffset="69260.56">19718 12251 468 0,'-16'11'66'0,"5"-3"34"0,2 0-10 0,5-2-22 16,3-3-17-16,1-3 23 0,6-2 9 16,5 0 5-16,6-2 6 0,6-2-19 15,8-5-6-15,7-2-4 0,13 2-10 16,7-1-16-16,7 6-16 0,1 0-8 15,-2-2-4-15,1 4 4 0,4 2 4 16,8 0 3-16,2 2-3 0,-1 2-8 16,-8-1-4-16,-11-1-5 0,-8 2-2 0,0 1 1 15,-5 0 1-15,1-1-1 0,1 1 1 16,-5-3 1-16,-3 1 0 0,-6 1-1 16,-8-2 1-16,-5 3 0 0,-8-2 1 15,-6-1-2-15,-5 0-4 0,-2 0-4 16,-5-1-5-16,-7 1-11 0,-10 0-21 15,-15 0-41-15,-12 3-142 0,-11 3-137 16,-6-3 192-16</inkml:trace>
  <inkml:trace contextRef="#ctx0" brushRef="#br0" timeOffset="69511.98">19642 12493 922 0,'-3'2'266'15,"-3"-2"-11"-15,11-2-207 16,6-2-39-16,-1-1 2 0,18-3 2 16,8 0 2-16,9-1 0 0,10 4-3 0,9 0-4 15,9 1-4-15,-1 1-1 0,-6 1 0 16,1-4 0-16,-7 3 0 16,2-1 0-16,3 1 0 0,-1 3 0 0,-5-2 0 15,-7 2-1-15,-6 0-1 0,-9-1 0 16,-4 1 0-16,-7 0 0 0,-5 1 3 15,-6 1-17-15,-4-1-26 0,-7-1-53 16,-2 0-193-16,-6 5 177 0</inkml:trace>
  <inkml:trace contextRef="#ctx0" brushRef="#br0" timeOffset="69776.39">19987 12737 1254 0,'51'-4'117'0,"12"-6"37"0,-42-1-93 15,7 7-43-15,-20-5-4 0,27 1-10 16,-3 6-2-16,4-2-1 0,-3 6 1 16,-5 0-2-16,-5-2 1 0,-6 0-13 15,-6-2-12-15,-4 0-20 0,-6 2-26 16,-1 0 0-16,-9 0-11 0,-4 2-43 15,-6 1-48-15,-6 3-46 0,-2 1-26 16,-2-2 122-16</inkml:trace>
  <inkml:trace contextRef="#ctx0" brushRef="#br0" timeOffset="69901.12">20026 12824 824 0,'-15'17'82'0,"5"-2"35"16,5-2-35-16,6-4-57 0,6 1-15 15,1-3 7-15,4-3 2 0,6-1 1 16,-1-3-6-16,1 2-27 0,-2-4-34 15,-2 0-114-15,0-1-116 0,-4 1 147 16</inkml:trace>
  <inkml:trace contextRef="#ctx0" brushRef="#br0" timeOffset="69998.62">20002 13018 1461 0,'-2'19'105'0,"3"-3"61"0,6 0-71 15,2-3-45-15,4-1-17 0,-1 1-14 16,2-1-10-16,1-1 2 0,-5-3-56 15,2 0 48-15,-7-5-13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DDDFC-AA56-4910-9B85-B9CDF6CDE13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01C30-9BC3-42F6-8337-50A55C116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57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6432" y="223838"/>
            <a:ext cx="10676731" cy="6889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564" y="1104900"/>
            <a:ext cx="11785600" cy="49752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32459" y="6272213"/>
            <a:ext cx="770987" cy="5397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D1924A7-6FEF-418C-9F02-A83E696E4B38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927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422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/>
          <p:cNvSpPr/>
          <p:nvPr userDrawn="1"/>
        </p:nvSpPr>
        <p:spPr bwMode="auto">
          <a:xfrm>
            <a:off x="171979" y="6240463"/>
            <a:ext cx="11921067" cy="5715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 w="254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1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  <a:cs typeface="B Titr" panose="00000700000000000000" pitchFamily="2" charset="-78"/>
            </a:endParaRPr>
          </a:p>
        </p:txBody>
      </p:sp>
      <p:sp>
        <p:nvSpPr>
          <p:cNvPr id="799749" name="Rectangle 5"/>
          <p:cNvSpPr>
            <a:spLocks noChangeArrowheads="1"/>
          </p:cNvSpPr>
          <p:nvPr userDrawn="1"/>
        </p:nvSpPr>
        <p:spPr bwMode="auto">
          <a:xfrm>
            <a:off x="4453467" y="201613"/>
            <a:ext cx="7720541" cy="571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79975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2" y="1040070"/>
            <a:ext cx="11785600" cy="5181601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a-IR" dirty="0"/>
              <a:t>متن سطح اول </a:t>
            </a:r>
            <a:r>
              <a:rPr lang="en-US" dirty="0"/>
              <a:t>Level 1</a:t>
            </a:r>
            <a:endParaRPr lang="fa-IR" dirty="0"/>
          </a:p>
          <a:p>
            <a:pPr lvl="1"/>
            <a:r>
              <a:rPr lang="fa-IR" dirty="0"/>
              <a:t>متن سطح دوم </a:t>
            </a:r>
            <a:r>
              <a:rPr lang="en-US" dirty="0"/>
              <a:t>Level 2</a:t>
            </a:r>
            <a:endParaRPr lang="fa-IR" dirty="0"/>
          </a:p>
          <a:p>
            <a:pPr lvl="2"/>
            <a:r>
              <a:rPr lang="fa-IR" dirty="0"/>
              <a:t>متن سطح سوم </a:t>
            </a:r>
            <a:r>
              <a:rPr lang="en-US" dirty="0"/>
              <a:t>Level 3</a:t>
            </a:r>
            <a:endParaRPr lang="fa-IR" dirty="0"/>
          </a:p>
          <a:p>
            <a:pPr lvl="3"/>
            <a:r>
              <a:rPr lang="fa-IR" dirty="0"/>
              <a:t>متن سطح چهارم </a:t>
            </a:r>
            <a:r>
              <a:rPr lang="en-US" dirty="0"/>
              <a:t>Level 4</a:t>
            </a:r>
            <a:endParaRPr lang="fa-IR" dirty="0"/>
          </a:p>
          <a:p>
            <a:pPr lvl="3"/>
            <a:endParaRPr lang="fa-IR" dirty="0"/>
          </a:p>
        </p:txBody>
      </p:sp>
      <p:sp>
        <p:nvSpPr>
          <p:cNvPr id="33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277936" y="165429"/>
            <a:ext cx="10747375" cy="64296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  <a:softEdge rad="31750"/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a-IR" dirty="0"/>
              <a:t>عنوان</a:t>
            </a:r>
            <a:endParaRPr lang="en-US" dirty="0"/>
          </a:p>
        </p:txBody>
      </p:sp>
      <p:sp>
        <p:nvSpPr>
          <p:cNvPr id="35" name="Oval 34"/>
          <p:cNvSpPr/>
          <p:nvPr userDrawn="1"/>
        </p:nvSpPr>
        <p:spPr bwMode="auto">
          <a:xfrm>
            <a:off x="3989916" y="6316405"/>
            <a:ext cx="4125383" cy="419616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ja-JP" sz="2400" b="1" dirty="0">
                <a:solidFill>
                  <a:schemeClr val="accent6"/>
                </a:solidFill>
              </a:rPr>
              <a:t>Introduction</a:t>
            </a:r>
          </a:p>
        </p:txBody>
      </p:sp>
      <p:sp>
        <p:nvSpPr>
          <p:cNvPr id="36" name="Chevron 35"/>
          <p:cNvSpPr/>
          <p:nvPr userDrawn="1"/>
        </p:nvSpPr>
        <p:spPr bwMode="auto">
          <a:xfrm rot="10800000">
            <a:off x="8708103" y="6341408"/>
            <a:ext cx="990332" cy="369610"/>
          </a:xfrm>
          <a:prstGeom prst="chevron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1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  <a:cs typeface="B Titr" panose="00000700000000000000" pitchFamily="2" charset="-78"/>
            </a:endParaRPr>
          </a:p>
        </p:txBody>
      </p:sp>
      <p:sp>
        <p:nvSpPr>
          <p:cNvPr id="37" name="Chevron 36"/>
          <p:cNvSpPr/>
          <p:nvPr userDrawn="1"/>
        </p:nvSpPr>
        <p:spPr bwMode="auto">
          <a:xfrm>
            <a:off x="2507723" y="6341408"/>
            <a:ext cx="990332" cy="369610"/>
          </a:xfrm>
          <a:prstGeom prst="chevron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1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  <a:cs typeface="B Titr" panose="00000700000000000000" pitchFamily="2" charset="-78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DE6BF3C1-EDE7-B34B-FAF6-96C0963F27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48" y="101383"/>
            <a:ext cx="889527" cy="88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78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transition/>
  <p:hf hdr="0" dt="0"/>
  <p:txStyles>
    <p:titleStyle>
      <a:lvl1pPr algn="r" rtl="1" fontAlgn="base">
        <a:spcBef>
          <a:spcPct val="0"/>
        </a:spcBef>
        <a:spcAft>
          <a:spcPct val="0"/>
        </a:spcAft>
        <a:defRPr sz="30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r" rtl="1" fontAlgn="base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Franklin Gothic Medium" panose="020B0603020102020204" pitchFamily="34" charset="0"/>
          <a:cs typeface="B Kourosh" pitchFamily="2" charset="-78"/>
        </a:defRPr>
      </a:lvl2pPr>
      <a:lvl3pPr algn="r" rtl="1" fontAlgn="base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Franklin Gothic Medium" panose="020B0603020102020204" pitchFamily="34" charset="0"/>
          <a:cs typeface="B Kourosh" pitchFamily="2" charset="-78"/>
        </a:defRPr>
      </a:lvl3pPr>
      <a:lvl4pPr algn="r" rtl="1" fontAlgn="base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Franklin Gothic Medium" panose="020B0603020102020204" pitchFamily="34" charset="0"/>
          <a:cs typeface="B Kourosh" pitchFamily="2" charset="-78"/>
        </a:defRPr>
      </a:lvl4pPr>
      <a:lvl5pPr algn="r" rtl="1" fontAlgn="base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Franklin Gothic Medium" panose="020B0603020102020204" pitchFamily="34" charset="0"/>
          <a:cs typeface="B Kourosh" pitchFamily="2" charset="-78"/>
        </a:defRPr>
      </a:lvl5pPr>
      <a:lvl6pPr marL="457200" algn="r" rtl="1" fontAlgn="base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Franklin Gothic Medium" panose="020B0603020102020204" pitchFamily="34" charset="0"/>
          <a:cs typeface="B Kourosh" pitchFamily="2" charset="-78"/>
        </a:defRPr>
      </a:lvl6pPr>
      <a:lvl7pPr marL="914400" algn="r" rtl="1" fontAlgn="base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Franklin Gothic Medium" panose="020B0603020102020204" pitchFamily="34" charset="0"/>
          <a:cs typeface="B Kourosh" pitchFamily="2" charset="-78"/>
        </a:defRPr>
      </a:lvl7pPr>
      <a:lvl8pPr marL="1371600" algn="r" rtl="1" fontAlgn="base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Franklin Gothic Medium" panose="020B0603020102020204" pitchFamily="34" charset="0"/>
          <a:cs typeface="B Kourosh" pitchFamily="2" charset="-78"/>
        </a:defRPr>
      </a:lvl8pPr>
      <a:lvl9pPr marL="1828800" algn="r" rtl="1" fontAlgn="base">
        <a:spcBef>
          <a:spcPct val="0"/>
        </a:spcBef>
        <a:spcAft>
          <a:spcPct val="0"/>
        </a:spcAft>
        <a:defRPr sz="3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Franklin Gothic Medium" panose="020B0603020102020204" pitchFamily="34" charset="0"/>
          <a:cs typeface="B Kourosh" pitchFamily="2" charset="-78"/>
        </a:defRPr>
      </a:lvl9pPr>
    </p:titleStyle>
    <p:bodyStyle>
      <a:lvl1pPr marL="342900" indent="-342900" algn="r" rtl="1" fontAlgn="base">
        <a:lnSpc>
          <a:spcPct val="150000"/>
        </a:lnSpc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" panose="05000000000000000000" pitchFamily="2" charset="2"/>
        <a:buChar char="v"/>
        <a:defRPr sz="2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r" rtl="1" fontAlgn="base">
        <a:lnSpc>
          <a:spcPct val="150000"/>
        </a:lnSpc>
        <a:spcBef>
          <a:spcPct val="20000"/>
        </a:spcBef>
        <a:spcAft>
          <a:spcPct val="0"/>
        </a:spcAft>
        <a:buClr>
          <a:schemeClr val="bg1"/>
        </a:buClr>
        <a:buFont typeface="Wingdings" panose="05000000000000000000" pitchFamily="2" charset="2"/>
        <a:buChar char="§"/>
        <a:defRPr sz="2000" b="1" kern="1200">
          <a:solidFill>
            <a:schemeClr val="accent6">
              <a:lumMod val="75000"/>
            </a:schemeClr>
          </a:solidFill>
          <a:latin typeface="Times New Roman" panose="02020603050405020304" pitchFamily="18" charset="0"/>
          <a:ea typeface="+mn-ea"/>
          <a:cs typeface="B Nazanin" panose="00000400000000000000" pitchFamily="2" charset="-78"/>
        </a:defRPr>
      </a:lvl2pPr>
      <a:lvl3pPr marL="1079500" indent="-285750" algn="r" rtl="1" fontAlgn="base">
        <a:lnSpc>
          <a:spcPct val="150000"/>
        </a:lnSpc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" panose="05000000000000000000" pitchFamily="2" charset="2"/>
        <a:buChar char="§"/>
        <a:defRPr b="1" kern="1200">
          <a:solidFill>
            <a:srgbClr val="4C0000"/>
          </a:solidFill>
          <a:latin typeface="Times New Roman" panose="02020603050405020304" pitchFamily="18" charset="0"/>
          <a:ea typeface="+mn-ea"/>
          <a:cs typeface="B Nazanin" panose="00000400000000000000" pitchFamily="2" charset="-78"/>
        </a:defRPr>
      </a:lvl3pPr>
      <a:lvl4pPr marL="1549400" indent="-285750" algn="r" rtl="1" fontAlgn="base">
        <a:lnSpc>
          <a:spcPct val="150000"/>
        </a:lnSpc>
        <a:spcBef>
          <a:spcPct val="20000"/>
        </a:spcBef>
        <a:spcAft>
          <a:spcPct val="0"/>
        </a:spcAft>
        <a:buClr>
          <a:schemeClr val="bg1"/>
        </a:buClr>
        <a:buFont typeface="Wingdings" panose="05000000000000000000" pitchFamily="2" charset="2"/>
        <a:buChar char="§"/>
        <a:defRPr sz="1600" b="1" kern="1200">
          <a:solidFill>
            <a:schemeClr val="bg1"/>
          </a:solidFill>
          <a:latin typeface="Times New Roman" panose="02020603050405020304" pitchFamily="18" charset="0"/>
          <a:ea typeface="+mn-ea"/>
          <a:cs typeface="B Nazanin" panose="00000400000000000000" pitchFamily="2" charset="-78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Arial" panose="020B0604020202020204" pitchFamily="34" charset="0"/>
          <a:ea typeface="+mn-ea"/>
          <a:cs typeface="Nazanin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://www.mkp.com/books_catalog/catalog.asp?ISBN=1-55860-901-6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rahim.dehkharghani@isikun.edu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achine_learning" TargetMode="External"/><Relationship Id="rId7" Type="http://schemas.openxmlformats.org/officeDocument/2006/relationships/image" Target="../media/image18.png"/><Relationship Id="rId2" Type="http://schemas.openxmlformats.org/officeDocument/2006/relationships/hyperlink" Target="https://en.wikipedia.org/wiki/Data_set" TargetMode="Externa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.xml"/><Relationship Id="rId5" Type="http://schemas.openxmlformats.org/officeDocument/2006/relationships/hyperlink" Target="https://en.wikipedia.org/wiki/Database_system" TargetMode="External"/><Relationship Id="rId4" Type="http://schemas.openxmlformats.org/officeDocument/2006/relationships/hyperlink" Target="https://en.wikipedia.org/wiki/Statistic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6432" y="223838"/>
            <a:ext cx="10426373" cy="688975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800" dirty="0">
                <a:solidFill>
                  <a:srgbClr val="DEDEDE"/>
                </a:solidFill>
              </a:rPr>
              <a:t>.</a:t>
            </a:r>
          </a:p>
        </p:txBody>
      </p:sp>
      <p:sp>
        <p:nvSpPr>
          <p:cNvPr id="6" name="Content Placeholder 1"/>
          <p:cNvSpPr txBox="1">
            <a:spLocks/>
          </p:cNvSpPr>
          <p:nvPr/>
        </p:nvSpPr>
        <p:spPr bwMode="auto">
          <a:xfrm>
            <a:off x="3197867" y="1288328"/>
            <a:ext cx="5581981" cy="171366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  <a:softEdge rad="31750"/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1" fontAlgn="base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r" rtl="1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Medium" panose="020B0603020102020204" pitchFamily="34" charset="0"/>
                <a:cs typeface="B Kourosh" pitchFamily="2" charset="-78"/>
              </a:defRPr>
            </a:lvl2pPr>
            <a:lvl3pPr algn="r" rtl="1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Medium" panose="020B0603020102020204" pitchFamily="34" charset="0"/>
                <a:cs typeface="B Kourosh" pitchFamily="2" charset="-78"/>
              </a:defRPr>
            </a:lvl3pPr>
            <a:lvl4pPr algn="r" rtl="1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Medium" panose="020B0603020102020204" pitchFamily="34" charset="0"/>
                <a:cs typeface="B Kourosh" pitchFamily="2" charset="-78"/>
              </a:defRPr>
            </a:lvl4pPr>
            <a:lvl5pPr algn="r" rtl="1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Medium" panose="020B0603020102020204" pitchFamily="34" charset="0"/>
                <a:cs typeface="B Kourosh" pitchFamily="2" charset="-78"/>
              </a:defRPr>
            </a:lvl5pPr>
            <a:lvl6pPr marL="457200" algn="r" rtl="1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Medium" panose="020B0603020102020204" pitchFamily="34" charset="0"/>
                <a:cs typeface="B Kourosh" pitchFamily="2" charset="-78"/>
              </a:defRPr>
            </a:lvl6pPr>
            <a:lvl7pPr marL="914400" algn="r" rtl="1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Medium" panose="020B0603020102020204" pitchFamily="34" charset="0"/>
                <a:cs typeface="B Kourosh" pitchFamily="2" charset="-78"/>
              </a:defRPr>
            </a:lvl7pPr>
            <a:lvl8pPr marL="1371600" algn="r" rtl="1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Medium" panose="020B0603020102020204" pitchFamily="34" charset="0"/>
                <a:cs typeface="B Kourosh" pitchFamily="2" charset="-78"/>
              </a:defRPr>
            </a:lvl8pPr>
            <a:lvl9pPr marL="1828800" algn="r" rtl="1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Medium" panose="020B0603020102020204" pitchFamily="34" charset="0"/>
                <a:cs typeface="B Kourosh" pitchFamily="2" charset="-78"/>
              </a:defRPr>
            </a:lvl9pPr>
          </a:lstStyle>
          <a:p>
            <a:pPr algn="ctr" rtl="0" fontAlgn="auto">
              <a:lnSpc>
                <a:spcPct val="200000"/>
              </a:lnSpc>
              <a:spcAft>
                <a:spcPts val="0"/>
              </a:spcAft>
              <a:defRPr/>
            </a:pPr>
            <a:r>
              <a:rPr lang="en-GB" sz="3600" dirty="0">
                <a:latin typeface="Times New Roman" panose="02020603050405020304" pitchFamily="18" charset="0"/>
                <a:ea typeface="Dotum" panose="020B0600000101010101" pitchFamily="34" charset="-127"/>
                <a:cs typeface="Times New Roman" panose="02020603050405020304" pitchFamily="18" charset="0"/>
              </a:rPr>
              <a:t>CMPE320</a:t>
            </a:r>
            <a:r>
              <a:rPr lang="en-US" altLang="ja-JP" sz="3600" dirty="0">
                <a:latin typeface="Times New Roman" panose="02020603050405020304" pitchFamily="18" charset="0"/>
                <a:ea typeface="Dotum" panose="020B0600000101010101" pitchFamily="34" charset="-127"/>
                <a:cs typeface="Times New Roman" panose="02020603050405020304" pitchFamily="18" charset="0"/>
              </a:rPr>
              <a:t>: Data Science</a:t>
            </a:r>
          </a:p>
        </p:txBody>
      </p:sp>
      <p:sp>
        <p:nvSpPr>
          <p:cNvPr id="9" name="Rounded Rectangle 8"/>
          <p:cNvSpPr/>
          <p:nvPr/>
        </p:nvSpPr>
        <p:spPr bwMode="auto">
          <a:xfrm>
            <a:off x="3673881" y="5044207"/>
            <a:ext cx="4629955" cy="618186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en-US" altLang="ja-JP" sz="2400" dirty="0">
                <a:solidFill>
                  <a:schemeClr val="accent6"/>
                </a:solidFill>
              </a:rPr>
              <a:t>Rahim </a:t>
            </a:r>
            <a:r>
              <a:rPr lang="en-US" altLang="ja-JP" sz="2400" dirty="0" err="1">
                <a:solidFill>
                  <a:schemeClr val="accent6"/>
                </a:solidFill>
              </a:rPr>
              <a:t>Dehkharghani</a:t>
            </a:r>
            <a:endParaRPr lang="fa-IR" altLang="ja-JP" sz="2400" dirty="0">
              <a:solidFill>
                <a:srgbClr val="C00000"/>
              </a:solidFill>
            </a:endParaRPr>
          </a:p>
        </p:txBody>
      </p:sp>
      <p:sp>
        <p:nvSpPr>
          <p:cNvPr id="10" name="Teardrop 9"/>
          <p:cNvSpPr/>
          <p:nvPr/>
        </p:nvSpPr>
        <p:spPr bwMode="auto">
          <a:xfrm rot="10421542">
            <a:off x="447204" y="4343874"/>
            <a:ext cx="1622738" cy="1403797"/>
          </a:xfrm>
          <a:prstGeom prst="teardrop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endParaRPr lang="en-US" sz="1600" b="1" dirty="0">
              <a:solidFill>
                <a:schemeClr val="accent2"/>
              </a:solidFill>
              <a:latin typeface="Arial" panose="020B0604020202020204" pitchFamily="34" charset="0"/>
              <a:cs typeface="B Titr" panose="00000700000000000000" pitchFamily="2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 rot="1945676">
            <a:off x="570577" y="4458788"/>
            <a:ext cx="14034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202</a:t>
            </a:r>
            <a:r>
              <a:rPr lang="tr-TR" sz="3200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, Fall</a:t>
            </a:r>
            <a:endParaRPr lang="fa-IR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Flowchart: Alternate Process 12"/>
          <p:cNvSpPr/>
          <p:nvPr/>
        </p:nvSpPr>
        <p:spPr bwMode="auto">
          <a:xfrm>
            <a:off x="2879678" y="3454486"/>
            <a:ext cx="5953631" cy="1316317"/>
          </a:xfrm>
          <a:prstGeom prst="flowChartAlternateProcess">
            <a:avLst/>
          </a:prstGeom>
          <a:solidFill>
            <a:schemeClr val="accent3">
              <a:lumMod val="9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lg" len="lg"/>
          </a:ln>
          <a:effectLst>
            <a:glow rad="228600">
              <a:schemeClr val="accent1">
                <a:satMod val="175000"/>
                <a:alpha val="40000"/>
              </a:schemeClr>
            </a:glow>
            <a:outerShdw dist="35921" dir="2700000" algn="ctr" rotWithShape="0">
              <a:srgbClr val="808080"/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ja-JP" sz="3600" dirty="0">
                <a:solidFill>
                  <a:schemeClr val="accent6"/>
                </a:solidFill>
              </a:rPr>
              <a:t>Course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2969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ja-JP" sz="3200" dirty="0"/>
              <a:t>     </a:t>
            </a:r>
            <a:r>
              <a:rPr lang="en-US" altLang="ja-JP" sz="3200" dirty="0">
                <a:latin typeface="Book Antiqua" panose="02040602050305030304" pitchFamily="18" charset="0"/>
              </a:rPr>
              <a:t>Reference Book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algn="l">
              <a:buFont typeface="Wingdings" pitchFamily="2" charset="2"/>
              <a:buChar char="§"/>
            </a:pPr>
            <a:r>
              <a:rPr lang="en-US" altLang="ja-JP" sz="800" dirty="0">
                <a:solidFill>
                  <a:srgbClr val="DEDEDE"/>
                </a:solidFill>
              </a:rPr>
              <a:t> </a:t>
            </a:r>
            <a:r>
              <a:rPr lang="en-US" sz="800" b="1" dirty="0">
                <a:solidFill>
                  <a:schemeClr val="accent6">
                    <a:lumMod val="75000"/>
                  </a:schemeClr>
                </a:solidFill>
              </a:rPr>
              <a:t>Python Data Science Handbook: Essential Tools for Working with Data </a:t>
            </a:r>
            <a:endParaRPr lang="en-US" altLang="ja-JP" sz="800" dirty="0">
              <a:solidFill>
                <a:srgbClr val="DEDEDE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2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431818" y="1127825"/>
            <a:ext cx="6598937" cy="19292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Python Data Science Handbook: Essential Tools for Working with Data 2nd Edition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>
                <a:solidFill>
                  <a:srgbClr val="C00000"/>
                </a:solidFill>
              </a:rPr>
              <a:t>by </a:t>
            </a:r>
            <a:r>
              <a:rPr lang="en-US" i="1" dirty="0">
                <a:solidFill>
                  <a:srgbClr val="C00000"/>
                </a:solidFill>
              </a:rPr>
              <a:t>Jake </a:t>
            </a:r>
            <a:r>
              <a:rPr lang="en-US" i="1" dirty="0" err="1">
                <a:solidFill>
                  <a:srgbClr val="C00000"/>
                </a:solidFill>
              </a:rPr>
              <a:t>VanderPlas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>
                <a:solidFill>
                  <a:srgbClr val="7030A0"/>
                </a:solidFill>
              </a:rPr>
              <a:t>2023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Publisher: </a:t>
            </a:r>
            <a:r>
              <a:rPr lang="en-US" b="1" dirty="0">
                <a:solidFill>
                  <a:srgbClr val="7030A0"/>
                </a:solidFill>
              </a:rPr>
              <a:t>O'Reilly</a:t>
            </a:r>
            <a:endParaRPr lang="en-US" dirty="0">
              <a:solidFill>
                <a:srgbClr val="7030A0"/>
              </a:solidFill>
            </a:endParaRPr>
          </a:p>
          <a:p>
            <a:endParaRPr lang="de-DE" sz="2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de-DE" sz="2000" dirty="0">
                <a:solidFill>
                  <a:srgbClr val="0000CC"/>
                </a:solidFill>
              </a:rPr>
              <a:t>Amazon.com rating: </a:t>
            </a:r>
            <a:r>
              <a:rPr lang="en-US" b="1" dirty="0">
                <a:solidFill>
                  <a:srgbClr val="C00000"/>
                </a:solidFill>
              </a:rPr>
              <a:t>4.2 out of 5</a:t>
            </a:r>
            <a:endParaRPr lang="de-DE" sz="2000" dirty="0">
              <a:solidFill>
                <a:srgbClr val="C00000"/>
              </a:solidFill>
            </a:endParaRPr>
          </a:p>
        </p:txBody>
      </p:sp>
      <p:pic>
        <p:nvPicPr>
          <p:cNvPr id="6" name="Picture 5" descr="A book cover of a lizard">
            <a:extLst>
              <a:ext uri="{FF2B5EF4-FFF2-40B4-BE49-F238E27FC236}">
                <a16:creationId xmlns:a16="http://schemas.microsoft.com/office/drawing/2014/main" id="{A43043E3-FD9D-7E5B-E207-8FCD154C35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59" y="1098008"/>
            <a:ext cx="3890459" cy="509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807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ja-JP" sz="3200" dirty="0"/>
              <a:t>     </a:t>
            </a:r>
            <a:r>
              <a:rPr lang="en-US" altLang="ja-JP" sz="3200" dirty="0">
                <a:latin typeface="Book Antiqua" panose="02040602050305030304" pitchFamily="18" charset="0"/>
              </a:rPr>
              <a:t>Reference Book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algn="l">
              <a:buFont typeface="Wingdings" pitchFamily="2" charset="2"/>
              <a:buChar char="§"/>
            </a:pPr>
            <a:r>
              <a:rPr lang="en-US" altLang="ja-JP" sz="800" dirty="0">
                <a:solidFill>
                  <a:srgbClr val="DEDEDE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3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431818" y="1127825"/>
            <a:ext cx="6598937" cy="19292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Hands-On Machine Learning with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Scikit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-Learn and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TensorFlow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: Concepts, Tools, and Techniques to Build Intelligent Systems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>
                <a:solidFill>
                  <a:srgbClr val="C00000"/>
                </a:solidFill>
              </a:rPr>
              <a:t>by </a:t>
            </a:r>
            <a:r>
              <a:rPr lang="en-US" dirty="0" err="1">
                <a:solidFill>
                  <a:srgbClr val="C00000"/>
                </a:solidFill>
              </a:rPr>
              <a:t>Geron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Aurelien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>
                <a:solidFill>
                  <a:srgbClr val="7030A0"/>
                </a:solidFill>
              </a:rPr>
              <a:t>2019</a:t>
            </a:r>
          </a:p>
          <a:p>
            <a:r>
              <a:rPr lang="en-US" dirty="0">
                <a:solidFill>
                  <a:srgbClr val="C00000"/>
                </a:solidFill>
              </a:rPr>
              <a:t>2</a:t>
            </a:r>
            <a:r>
              <a:rPr lang="en-US" baseline="30000" dirty="0">
                <a:solidFill>
                  <a:srgbClr val="C00000"/>
                </a:solidFill>
              </a:rPr>
              <a:t>nd</a:t>
            </a:r>
            <a:r>
              <a:rPr lang="en-US" dirty="0">
                <a:solidFill>
                  <a:srgbClr val="C00000"/>
                </a:solidFill>
              </a:rPr>
              <a:t> edition, 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Publisher: </a:t>
            </a:r>
            <a:r>
              <a:rPr lang="en-US" b="1" dirty="0">
                <a:solidFill>
                  <a:srgbClr val="7030A0"/>
                </a:solidFill>
              </a:rPr>
              <a:t>O'Reilly</a:t>
            </a:r>
            <a:endParaRPr lang="en-US" dirty="0">
              <a:solidFill>
                <a:srgbClr val="7030A0"/>
              </a:solidFill>
            </a:endParaRPr>
          </a:p>
          <a:p>
            <a:endParaRPr lang="de-DE" sz="2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de-DE" sz="2000" dirty="0">
                <a:solidFill>
                  <a:srgbClr val="0000CC"/>
                </a:solidFill>
              </a:rPr>
              <a:t>Amazon.com rating: </a:t>
            </a:r>
            <a:r>
              <a:rPr lang="en-US" b="1" dirty="0">
                <a:solidFill>
                  <a:srgbClr val="C00000"/>
                </a:solidFill>
              </a:rPr>
              <a:t>4.8 out of 5</a:t>
            </a:r>
            <a:endParaRPr lang="de-DE" sz="2000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62962"/>
            <a:ext cx="4094922" cy="537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847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ja-JP" sz="3200" dirty="0"/>
              <a:t>     </a:t>
            </a:r>
            <a:r>
              <a:rPr lang="en-US" altLang="ja-JP" sz="3200" dirty="0">
                <a:latin typeface="Book Antiqua" panose="02040602050305030304" pitchFamily="18" charset="0"/>
              </a:rPr>
              <a:t>Reference Book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algn="l">
              <a:buFont typeface="Wingdings" pitchFamily="2" charset="2"/>
              <a:buChar char="§"/>
            </a:pPr>
            <a:r>
              <a:rPr lang="en-US" altLang="ja-JP" sz="800" dirty="0">
                <a:solidFill>
                  <a:srgbClr val="DEDEDE"/>
                </a:solidFill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4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431818" y="1127825"/>
            <a:ext cx="6598937" cy="19292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C00000"/>
                </a:solidFill>
              </a:rPr>
              <a:t>Data mining, techniques and concepts</a:t>
            </a:r>
            <a:r>
              <a:rPr lang="en-US" sz="2000" dirty="0">
                <a:solidFill>
                  <a:srgbClr val="0000CC"/>
                </a:solidFill>
              </a:rPr>
              <a:t>, </a:t>
            </a:r>
            <a:r>
              <a:rPr lang="de-DE" sz="2000" dirty="0">
                <a:solidFill>
                  <a:srgbClr val="0000CC"/>
                </a:solidFill>
              </a:rPr>
              <a:t>Jiawei Han, Micheline Kamber, and Jian Pei, 3rd edition, </a:t>
            </a:r>
            <a:r>
              <a:rPr lang="en-US" sz="2000" u="sng" dirty="0">
                <a:solidFill>
                  <a:schemeClr val="accent6"/>
                </a:solidFill>
                <a:hlinkClick r:id="rId2"/>
              </a:rPr>
              <a:t>Morgan Kaufmann</a:t>
            </a:r>
            <a:r>
              <a:rPr lang="en-US" sz="2000" dirty="0">
                <a:solidFill>
                  <a:srgbClr val="0000CC"/>
                </a:solidFill>
              </a:rPr>
              <a:t>, </a:t>
            </a:r>
            <a:r>
              <a:rPr lang="de-DE" sz="2000" dirty="0">
                <a:solidFill>
                  <a:srgbClr val="0000CC"/>
                </a:solidFill>
              </a:rPr>
              <a:t>2011</a:t>
            </a:r>
          </a:p>
          <a:p>
            <a:endParaRPr lang="de-DE" sz="2000" dirty="0">
              <a:solidFill>
                <a:srgbClr val="0000CC"/>
              </a:solidFill>
            </a:endParaRPr>
          </a:p>
          <a:p>
            <a:endParaRPr lang="de-DE" sz="2000" dirty="0">
              <a:solidFill>
                <a:srgbClr val="0000CC"/>
              </a:solidFill>
            </a:endParaRPr>
          </a:p>
          <a:p>
            <a:r>
              <a:rPr lang="de-DE" sz="2000" dirty="0">
                <a:solidFill>
                  <a:srgbClr val="0000CC"/>
                </a:solidFill>
              </a:rPr>
              <a:t>Amazon.com rating: </a:t>
            </a:r>
            <a:r>
              <a:rPr lang="en-US" b="1" dirty="0">
                <a:solidFill>
                  <a:srgbClr val="C00000"/>
                </a:solidFill>
              </a:rPr>
              <a:t>4.3 out of 5</a:t>
            </a:r>
            <a:endParaRPr lang="de-DE" sz="2000" dirty="0">
              <a:solidFill>
                <a:srgbClr val="C0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81" y="796948"/>
            <a:ext cx="4600218" cy="574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8232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ja-JP" sz="3200"/>
              <a:t>     More </a:t>
            </a:r>
            <a:r>
              <a:rPr lang="en-US" altLang="ja-JP" sz="3200">
                <a:latin typeface="Book Antiqua" panose="02040602050305030304" pitchFamily="18" charset="0"/>
              </a:rPr>
              <a:t>Reference Book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563" y="1030418"/>
            <a:ext cx="11785600" cy="4975226"/>
          </a:xfrm>
        </p:spPr>
        <p:txBody>
          <a:bodyPr/>
          <a:lstStyle/>
          <a:p>
            <a:pPr marL="609600" indent="-609600" algn="l">
              <a:buFont typeface="Wingdings" pitchFamily="2" charset="2"/>
              <a:buChar char="§"/>
            </a:pPr>
            <a:r>
              <a:rPr lang="en-US" altLang="ja-JP" sz="800">
                <a:solidFill>
                  <a:srgbClr val="DEDEDE"/>
                </a:solidFill>
              </a:rPr>
              <a:t> </a:t>
            </a:r>
            <a:endParaRPr lang="en-US" altLang="ja-JP" sz="800" dirty="0">
              <a:solidFill>
                <a:srgbClr val="DEDEDE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514" y="1687947"/>
            <a:ext cx="1485970" cy="1949811"/>
          </a:xfrm>
          <a:prstGeom prst="rect">
            <a:avLst/>
          </a:prstGeom>
        </p:spPr>
      </p:pic>
      <p:pic>
        <p:nvPicPr>
          <p:cNvPr id="8" name="Resim 7" descr="kuş, metin, papağan, tüy içeren bir resim&#10;&#10;Açıklama otomatik olarak oluşturuldu">
            <a:extLst>
              <a:ext uri="{FF2B5EF4-FFF2-40B4-BE49-F238E27FC236}">
                <a16:creationId xmlns:a16="http://schemas.microsoft.com/office/drawing/2014/main" id="{0DB01893-E5A0-C845-77C5-235AEDCA58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577" y="2713106"/>
            <a:ext cx="1628220" cy="2135505"/>
          </a:xfrm>
          <a:prstGeom prst="rect">
            <a:avLst/>
          </a:prstGeom>
        </p:spPr>
      </p:pic>
      <p:pic>
        <p:nvPicPr>
          <p:cNvPr id="11" name="Resim 10" descr="metin, balık, yüzgeç, poster içeren bir resim&#10;&#10;Açıklama otomatik olarak oluşturuldu">
            <a:extLst>
              <a:ext uri="{FF2B5EF4-FFF2-40B4-BE49-F238E27FC236}">
                <a16:creationId xmlns:a16="http://schemas.microsoft.com/office/drawing/2014/main" id="{AFCAEDB0-85E6-431B-DD2A-B6B411C00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2997" y="2385769"/>
            <a:ext cx="1635840" cy="2145592"/>
          </a:xfrm>
          <a:prstGeom prst="rect">
            <a:avLst/>
          </a:prstGeom>
        </p:spPr>
      </p:pic>
      <p:cxnSp>
        <p:nvCxnSpPr>
          <p:cNvPr id="15" name="Düz Ok Bağlayıcısı 14">
            <a:extLst>
              <a:ext uri="{FF2B5EF4-FFF2-40B4-BE49-F238E27FC236}">
                <a16:creationId xmlns:a16="http://schemas.microsoft.com/office/drawing/2014/main" id="{D939FAD2-68A5-CDFB-DBC2-ED00ED5770A4}"/>
              </a:ext>
            </a:extLst>
          </p:cNvPr>
          <p:cNvCxnSpPr/>
          <p:nvPr/>
        </p:nvCxnSpPr>
        <p:spPr bwMode="auto">
          <a:xfrm>
            <a:off x="1052799" y="3518031"/>
            <a:ext cx="6116863" cy="256209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546F6C70-3B2B-D024-F927-028795A0DD91}"/>
              </a:ext>
            </a:extLst>
          </p:cNvPr>
          <p:cNvSpPr txBox="1"/>
          <p:nvPr/>
        </p:nvSpPr>
        <p:spPr>
          <a:xfrm rot="1480535">
            <a:off x="1968047" y="4425003"/>
            <a:ext cx="1635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İn this order</a:t>
            </a:r>
          </a:p>
        </p:txBody>
      </p:sp>
      <p:pic>
        <p:nvPicPr>
          <p:cNvPr id="7" name="Picture 6" descr="A book cover of a lizard">
            <a:extLst>
              <a:ext uri="{FF2B5EF4-FFF2-40B4-BE49-F238E27FC236}">
                <a16:creationId xmlns:a16="http://schemas.microsoft.com/office/drawing/2014/main" id="{AB5EE14B-0881-CA77-DADD-345F60F5AB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62" y="1171608"/>
            <a:ext cx="1423468" cy="1863853"/>
          </a:xfrm>
          <a:prstGeom prst="rect">
            <a:avLst/>
          </a:prstGeom>
        </p:spPr>
      </p:pic>
      <p:pic>
        <p:nvPicPr>
          <p:cNvPr id="6" name="Picture 5" descr="AI Engineering: Building Applications with Foundation Models: Huyen, Chip: 9781098166304: Amazon.com: Books">
            <a:extLst>
              <a:ext uri="{FF2B5EF4-FFF2-40B4-BE49-F238E27FC236}">
                <a16:creationId xmlns:a16="http://schemas.microsoft.com/office/drawing/2014/main" id="{6209B8CA-123D-EA6D-1D6E-08A2AE54AD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5252" y="3189499"/>
            <a:ext cx="1628220" cy="213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1322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29" y="900751"/>
            <a:ext cx="11955440" cy="5252206"/>
          </a:xfrm>
        </p:spPr>
        <p:txBody>
          <a:bodyPr/>
          <a:lstStyle/>
          <a:p>
            <a:r>
              <a:rPr lang="en-US" sz="800" dirty="0">
                <a:solidFill>
                  <a:srgbClr val="DEDEDE"/>
                </a:solidFill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6</a:t>
            </a:fld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96432" y="89426"/>
            <a:ext cx="10681837" cy="688975"/>
          </a:xfrm>
        </p:spPr>
        <p:txBody>
          <a:bodyPr/>
          <a:lstStyle/>
          <a:p>
            <a:pPr algn="l"/>
            <a:r>
              <a:rPr lang="en-US" dirty="0"/>
              <a:t>  </a:t>
            </a:r>
            <a:r>
              <a:rPr lang="en-US" dirty="0">
                <a:latin typeface="Book Antiqua" panose="02040602050305030304" pitchFamily="18" charset="0"/>
              </a:rPr>
              <a:t>Syllabus</a:t>
            </a:r>
            <a:endParaRPr lang="tr-TR" dirty="0">
              <a:latin typeface="Book Antiqua" panose="0204060205030503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8363" y="1198590"/>
            <a:ext cx="9848698" cy="5115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Data Mining (DM) and Data Science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Python libraries 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Pandas,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Seaborn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 your data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(data types, data dissimilarity measures, …)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Preprocessing of data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(cleaning, Integration, Reduction, Transformation, Discretization)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Naïve Bayes and Text Classification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Trees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SVM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27650436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5" y="1011382"/>
            <a:ext cx="11838807" cy="5068744"/>
          </a:xfrm>
        </p:spPr>
        <p:txBody>
          <a:bodyPr/>
          <a:lstStyle/>
          <a:p>
            <a:pPr algn="l" rtl="0">
              <a:buFont typeface="Wingdings" panose="05000000000000000000" pitchFamily="2" charset="2"/>
              <a:buChar char="Ø"/>
            </a:pPr>
            <a:endParaRPr lang="en-US" altLang="ja-JP" sz="2400" b="0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buFont typeface="Wingdings" panose="05000000000000000000" pitchFamily="2" charset="2"/>
              <a:buChar char="Ø"/>
            </a:pPr>
            <a:endParaRPr lang="en-US" altLang="ja-JP" sz="2400" b="0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buFont typeface="Wingdings" panose="05000000000000000000" pitchFamily="2" charset="2"/>
              <a:buChar char="Ø"/>
            </a:pPr>
            <a:endParaRPr lang="en-US" altLang="ja-JP" sz="2400" b="0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buFont typeface="Wingdings" panose="05000000000000000000" pitchFamily="2" charset="2"/>
              <a:buChar char="Ø"/>
            </a:pPr>
            <a:r>
              <a:rPr lang="en-US" altLang="ja-JP" sz="2400" b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Attendance is not mandatory but highly recommended.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7</a:t>
            </a:fld>
            <a:endParaRPr lang="en-US" dirty="0"/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altLang="ja-JP" sz="4000" dirty="0"/>
              <a:t>  </a:t>
            </a:r>
            <a:r>
              <a:rPr lang="en-US" altLang="ja-JP" sz="4000" dirty="0">
                <a:latin typeface="Book Antiqua" panose="02040602050305030304" pitchFamily="18" charset="0"/>
              </a:rPr>
              <a:t>Grading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596394"/>
              </p:ext>
            </p:extLst>
          </p:nvPr>
        </p:nvGraphicFramePr>
        <p:xfrm>
          <a:off x="741755" y="1104900"/>
          <a:ext cx="6409671" cy="1723732"/>
        </p:xfrm>
        <a:graphic>
          <a:graphicData uri="http://schemas.openxmlformats.org/drawingml/2006/table">
            <a:tbl>
              <a:tblPr>
                <a:tableStyleId>{18603FDC-E32A-4AB5-989C-0864C3EAD2B8}</a:tableStyleId>
              </a:tblPr>
              <a:tblGrid>
                <a:gridCol w="4406786">
                  <a:extLst>
                    <a:ext uri="{9D8B030D-6E8A-4147-A177-3AD203B41FA5}">
                      <a16:colId xmlns:a16="http://schemas.microsoft.com/office/drawing/2014/main" val="1057718112"/>
                    </a:ext>
                  </a:extLst>
                </a:gridCol>
                <a:gridCol w="2002885">
                  <a:extLst>
                    <a:ext uri="{9D8B030D-6E8A-4147-A177-3AD203B41FA5}">
                      <a16:colId xmlns:a16="http://schemas.microsoft.com/office/drawing/2014/main" val="3202423862"/>
                    </a:ext>
                  </a:extLst>
                </a:gridCol>
              </a:tblGrid>
              <a:tr h="39026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Practical</a:t>
                      </a:r>
                      <a:r>
                        <a:rPr lang="tr-TR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Homeworks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83920791"/>
                  </a:ext>
                </a:extLst>
              </a:tr>
              <a:tr h="29549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Midterm </a:t>
                      </a:r>
                      <a:r>
                        <a:rPr lang="tr-TR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8579875"/>
                  </a:ext>
                </a:extLst>
              </a:tr>
              <a:tr h="15689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Midterm </a:t>
                      </a:r>
                      <a:r>
                        <a:rPr lang="tr-TR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40%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70211321"/>
                  </a:ext>
                </a:extLst>
              </a:tr>
              <a:tr h="60960">
                <a:tc row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Atendance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809945"/>
                  </a:ext>
                </a:extLst>
              </a:tr>
              <a:tr h="323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51099914"/>
                  </a:ext>
                </a:extLst>
              </a:tr>
              <a:tr h="39026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  <a:endParaRPr lang="en-US" sz="1600" kern="120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85296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B410010-FDC4-90F6-E729-0DC4E49AEF67}"/>
                  </a:ext>
                </a:extLst>
              </p14:cNvPr>
              <p14:cNvContentPartPr/>
              <p14:nvPr/>
            </p14:nvContentPartPr>
            <p14:xfrm>
              <a:off x="5905080" y="1446480"/>
              <a:ext cx="1842840" cy="331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B410010-FDC4-90F6-E729-0DC4E49AEF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95720" y="1437120"/>
                <a:ext cx="1861560" cy="34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04351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8</a:t>
            </a:fld>
            <a:endParaRPr lang="en-US" dirty="0"/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altLang="ja-JP" sz="4000" dirty="0">
                <a:latin typeface="Book Antiqua" panose="02040602050305030304" pitchFamily="18" charset="0"/>
              </a:rPr>
              <a:t>Contact info</a:t>
            </a:r>
          </a:p>
        </p:txBody>
      </p:sp>
      <p:sp>
        <p:nvSpPr>
          <p:cNvPr id="6" name="Rectangle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400" b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 </a:t>
            </a:r>
            <a:r>
              <a:rPr lang="en-US" altLang="ja-JP" sz="2400" b="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Rahim </a:t>
            </a:r>
            <a:r>
              <a:rPr lang="en-US" altLang="ja-JP" sz="2400" b="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Dehkharghani</a:t>
            </a:r>
            <a:endParaRPr lang="en-US" altLang="ja-JP" sz="2400" b="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400" b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ja-JP" sz="2400" b="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rahim.dehkharghani@khas.edu</a:t>
            </a:r>
            <a:r>
              <a:rPr lang="en-US" altLang="ja-JP" sz="2400" b="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.tr, rahim.dehkharghani@gmail.com</a:t>
            </a:r>
          </a:p>
          <a:p>
            <a:pPr algn="l" rtl="0"/>
            <a:r>
              <a:rPr lang="en-US" altLang="ja-JP" sz="2000" b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b="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 hours: 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Reservation via email</a:t>
            </a:r>
            <a:endParaRPr lang="tr-TR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/>
            <a:r>
              <a:rPr lang="tr-TR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</a:t>
            </a:r>
            <a:r>
              <a:rPr lang="tr-TR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D208</a:t>
            </a:r>
            <a:endParaRPr lang="en-US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/>
            <a:r>
              <a:rPr lang="en-US" altLang="ja-JP" sz="2000" b="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emails will be answered as soon as possible. </a:t>
            </a:r>
          </a:p>
        </p:txBody>
      </p:sp>
    </p:spTree>
    <p:extLst>
      <p:ext uri="{BB962C8B-B14F-4D97-AF65-F5344CB8AC3E}">
        <p14:creationId xmlns:p14="http://schemas.microsoft.com/office/powerpoint/2010/main" val="25735213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9</a:t>
            </a:fld>
            <a:endParaRPr lang="en-US" dirty="0"/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rtl="0" fontAlgn="auto">
              <a:spcAft>
                <a:spcPts val="0"/>
              </a:spcAft>
              <a:defRPr/>
            </a:pPr>
            <a:r>
              <a:rPr lang="en-US" altLang="ja-JP" sz="4000" dirty="0">
                <a:latin typeface="Book Antiqua" panose="02040602050305030304" pitchFamily="18" charset="0"/>
              </a:rPr>
              <a:t>Data Science/mining tools</a:t>
            </a:r>
          </a:p>
        </p:txBody>
      </p:sp>
      <p:sp>
        <p:nvSpPr>
          <p:cNvPr id="6" name="Rectangle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altLang="ja-JP" sz="2400" b="1" dirty="0">
              <a:solidFill>
                <a:schemeClr val="accent1"/>
              </a:solidFill>
              <a:latin typeface="Book Antiqua" panose="02040602050305030304" pitchFamily="18" charset="0"/>
              <a:ea typeface="+mj-ea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2217" y="1247112"/>
            <a:ext cx="10040207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 (libraries such as </a:t>
            </a:r>
            <a:r>
              <a:rPr lang="en-US" altLang="en-US" sz="24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pandas, </a:t>
            </a:r>
            <a:r>
              <a:rPr lang="en-US" altLang="en-US" sz="24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Scikit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-Learn, </a:t>
            </a:r>
            <a:r>
              <a:rPr lang="en-US" altLang="en-US" sz="24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…)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Rapid Miner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WEKA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Matlab</a:t>
            </a:r>
            <a:endParaRPr lang="en-US" altLang="en-US" sz="24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programming language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742065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10</a:t>
            </a:fld>
            <a:endParaRPr lang="en-US" dirty="0"/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rtl="0" fontAlgn="auto">
              <a:spcAft>
                <a:spcPts val="0"/>
              </a:spcAft>
              <a:defRPr/>
            </a:pPr>
            <a:r>
              <a:rPr lang="en-US" altLang="ja-JP" sz="4000" dirty="0">
                <a:latin typeface="Book Antiqua" panose="02040602050305030304" pitchFamily="18" charset="0"/>
              </a:rPr>
              <a:t>IDE</a:t>
            </a:r>
          </a:p>
        </p:txBody>
      </p:sp>
      <p:sp>
        <p:nvSpPr>
          <p:cNvPr id="6" name="Rectangle 3"/>
          <p:cNvSpPr>
            <a:spLocks noGrp="1"/>
          </p:cNvSpPr>
          <p:nvPr>
            <p:ph idx="1"/>
          </p:nvPr>
        </p:nvSpPr>
        <p:spPr>
          <a:xfrm>
            <a:off x="332459" y="1015448"/>
            <a:ext cx="11785600" cy="4975226"/>
          </a:xfrm>
        </p:spPr>
        <p:txBody>
          <a:bodyPr>
            <a:noAutofit/>
          </a:bodyPr>
          <a:lstStyle/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Anaconda -&gt; </a:t>
            </a:r>
            <a:r>
              <a:rPr lang="en-US" altLang="ja-JP" sz="24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US" altLang="ja-JP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lab (or notebook)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4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Pycharm</a:t>
            </a:r>
            <a:endParaRPr lang="en-US" altLang="ja-JP" sz="24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Studio code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</a:t>
            </a:r>
            <a:r>
              <a:rPr lang="en-US" altLang="ja-JP" sz="24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Colab</a:t>
            </a:r>
            <a:endParaRPr lang="en-US" altLang="ja-JP" sz="24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2" name="Rectangle 1"/>
          <p:cNvSpPr/>
          <p:nvPr/>
        </p:nvSpPr>
        <p:spPr>
          <a:xfrm>
            <a:off x="482217" y="1247112"/>
            <a:ext cx="10040207" cy="4968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…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CE9C361-56C4-9C9E-187D-43078594E6AD}"/>
                  </a:ext>
                </a:extLst>
              </p14:cNvPr>
              <p14:cNvContentPartPr/>
              <p14:nvPr/>
            </p14:nvContentPartPr>
            <p14:xfrm>
              <a:off x="798840" y="1706760"/>
              <a:ext cx="10286640" cy="2359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CE9C361-56C4-9C9E-187D-43078594E6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9480" y="1697400"/>
                <a:ext cx="10305360" cy="237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85877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11</a:t>
            </a:fld>
            <a:endParaRPr lang="en-US" dirty="0"/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rtl="0" fontAlgn="auto">
              <a:spcAft>
                <a:spcPts val="0"/>
              </a:spcAft>
              <a:defRPr/>
            </a:pPr>
            <a:r>
              <a:rPr lang="en-US" altLang="ja-JP" sz="4000" dirty="0">
                <a:latin typeface="Book Antiqua" panose="02040602050305030304" pitchFamily="18" charset="0"/>
              </a:rPr>
              <a:t>IDE</a:t>
            </a:r>
          </a:p>
        </p:txBody>
      </p:sp>
      <p:sp>
        <p:nvSpPr>
          <p:cNvPr id="6" name="Rectangle 3"/>
          <p:cNvSpPr>
            <a:spLocks noGrp="1"/>
          </p:cNvSpPr>
          <p:nvPr>
            <p:ph idx="1"/>
          </p:nvPr>
        </p:nvSpPr>
        <p:spPr>
          <a:xfrm>
            <a:off x="332459" y="1015448"/>
            <a:ext cx="11785600" cy="4975226"/>
          </a:xfrm>
        </p:spPr>
        <p:txBody>
          <a:bodyPr>
            <a:noAutofit/>
          </a:bodyPr>
          <a:lstStyle/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 and install Anaconda 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running Anaconda, click on </a:t>
            </a:r>
            <a:r>
              <a:rPr lang="en-US" altLang="ja-JP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US" altLang="ja-JP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 (or lab)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İt will appear on your browser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writing the code or opening an existing </a:t>
            </a:r>
            <a:r>
              <a:rPr lang="en-US" altLang="ja-JP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ipynb</a:t>
            </a:r>
            <a:r>
              <a:rPr lang="en-US" altLang="ja-JP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file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Homeworks</a:t>
            </a:r>
            <a:r>
              <a:rPr lang="en-US" altLang="ja-JP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should be uploaded as an </a:t>
            </a:r>
            <a:r>
              <a:rPr lang="en-US" altLang="ja-JP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ipynb</a:t>
            </a:r>
            <a:r>
              <a:rPr lang="en-US" altLang="ja-JP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file.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838905-EE27-8C72-BBA2-255DA4B5FF0B}"/>
                  </a:ext>
                </a:extLst>
              </p14:cNvPr>
              <p14:cNvContentPartPr/>
              <p14:nvPr/>
            </p14:nvContentPartPr>
            <p14:xfrm>
              <a:off x="4488480" y="2291400"/>
              <a:ext cx="2129400" cy="1577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838905-EE27-8C72-BBA2-255DA4B5FF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9120" y="2282040"/>
                <a:ext cx="2148120" cy="159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588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12</a:t>
            </a:fld>
            <a:endParaRPr lang="en-US"/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rtl="0" fontAlgn="auto">
              <a:spcAft>
                <a:spcPts val="0"/>
              </a:spcAft>
              <a:defRPr/>
            </a:pPr>
            <a:r>
              <a:rPr lang="en-US" altLang="ja-JP" sz="4000" dirty="0">
                <a:latin typeface="Book Antiqua" panose="02040602050305030304" pitchFamily="18" charset="0"/>
              </a:rPr>
              <a:t>Prerequisites</a:t>
            </a:r>
          </a:p>
        </p:txBody>
      </p:sp>
      <p:sp>
        <p:nvSpPr>
          <p:cNvPr id="6" name="Rectangle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altLang="ja-JP" sz="20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2217" y="1247112"/>
            <a:ext cx="10040207" cy="9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Basics of Statistics and Probabilities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high level programming language</a:t>
            </a:r>
            <a:r>
              <a:rPr lang="tr-TR" alt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(Python)</a:t>
            </a:r>
            <a:endParaRPr lang="en-US" altLang="en-US" sz="24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D27B09-B446-F95B-E7D8-372530F0A1BA}"/>
                  </a:ext>
                </a:extLst>
              </p14:cNvPr>
              <p14:cNvContentPartPr/>
              <p14:nvPr/>
            </p14:nvContentPartPr>
            <p14:xfrm>
              <a:off x="1576080" y="1721520"/>
              <a:ext cx="3857040" cy="129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D27B09-B446-F95B-E7D8-372530F0A1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6720" y="1712160"/>
                <a:ext cx="3875760" cy="14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0289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13</a:t>
            </a:fld>
            <a:endParaRPr lang="en-US"/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altLang="ja-JP" sz="4000" dirty="0">
                <a:latin typeface="Book Antiqua" panose="02040602050305030304" pitchFamily="18" charset="0"/>
              </a:rPr>
              <a:t>Knowledge triangle</a:t>
            </a:r>
          </a:p>
        </p:txBody>
      </p:sp>
      <p:sp>
        <p:nvSpPr>
          <p:cNvPr id="6" name="Rectangle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400" b="1" dirty="0">
                <a:solidFill>
                  <a:schemeClr val="accent1"/>
                </a:solidFill>
                <a:latin typeface="Book Antiqua" panose="02040602050305030304" pitchFamily="18" charset="0"/>
                <a:ea typeface="+mj-ea"/>
                <a:cs typeface="+mj-cs"/>
              </a:rPr>
              <a:t>   </a:t>
            </a:r>
          </a:p>
        </p:txBody>
      </p:sp>
      <p:pic>
        <p:nvPicPr>
          <p:cNvPr id="3" name="Picture 2" descr="The data-information-knowledge-wisdom (DIKW) hierarchy as a pyramid to... | Download Scientific Diagram">
            <a:extLst>
              <a:ext uri="{FF2B5EF4-FFF2-40B4-BE49-F238E27FC236}">
                <a16:creationId xmlns:a16="http://schemas.microsoft.com/office/drawing/2014/main" id="{19FAB72F-4738-B9B4-2353-1B40AC0CD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973" y="1859872"/>
            <a:ext cx="7770029" cy="40544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BFF65ED-F1BE-22FC-E872-00F771DCD74F}"/>
                  </a:ext>
                </a:extLst>
              </p14:cNvPr>
              <p14:cNvContentPartPr/>
              <p14:nvPr/>
            </p14:nvContentPartPr>
            <p14:xfrm>
              <a:off x="9532800" y="3446640"/>
              <a:ext cx="2657520" cy="2245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BFF65ED-F1BE-22FC-E872-00F771DCD7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23440" y="3437280"/>
                <a:ext cx="2676240" cy="226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794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64E11-B54A-F580-C558-2F5F8C03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D2884-4F21-03D6-FEDD-5131B40D34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14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3274B7A-46A2-140E-AC03-B9B26C47C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altLang="ja-JP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triangle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CE2D0D-CEB6-182B-6D5C-986EAF69E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400" b="1" dirty="0">
                <a:solidFill>
                  <a:schemeClr val="accent1"/>
                </a:solidFill>
                <a:latin typeface="Book Antiqua" panose="02040602050305030304" pitchFamily="18" charset="0"/>
                <a:ea typeface="+mj-ea"/>
                <a:cs typeface="+mj-cs"/>
              </a:rPr>
              <a:t>   </a:t>
            </a:r>
            <a:r>
              <a:rPr lang="tr-TR" altLang="ja-JP" sz="2400" b="1" dirty="0">
                <a:solidFill>
                  <a:schemeClr val="accent1"/>
                </a:solidFill>
                <a:latin typeface="Book Antiqua" panose="02040602050305030304" pitchFamily="18" charset="0"/>
                <a:ea typeface="+mj-ea"/>
                <a:cs typeface="+mj-cs"/>
              </a:rPr>
              <a:t> </a:t>
            </a:r>
            <a:endParaRPr lang="en-US" altLang="ja-JP" sz="2400" b="1" dirty="0">
              <a:solidFill>
                <a:schemeClr val="accent1"/>
              </a:solidFill>
              <a:latin typeface="Book Antiqua" panose="02040602050305030304" pitchFamily="18" charset="0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E36795-184A-6043-C57B-D411632239C0}"/>
              </a:ext>
            </a:extLst>
          </p:cNvPr>
          <p:cNvGraphicFramePr>
            <a:graphicFrameLocks noGrp="1"/>
          </p:cNvGraphicFramePr>
          <p:nvPr/>
        </p:nvGraphicFramePr>
        <p:xfrm>
          <a:off x="621099" y="1354348"/>
          <a:ext cx="11266098" cy="45823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5366">
                  <a:extLst>
                    <a:ext uri="{9D8B030D-6E8A-4147-A177-3AD203B41FA5}">
                      <a16:colId xmlns:a16="http://schemas.microsoft.com/office/drawing/2014/main" val="1934950615"/>
                    </a:ext>
                  </a:extLst>
                </a:gridCol>
                <a:gridCol w="3755366">
                  <a:extLst>
                    <a:ext uri="{9D8B030D-6E8A-4147-A177-3AD203B41FA5}">
                      <a16:colId xmlns:a16="http://schemas.microsoft.com/office/drawing/2014/main" val="3156142004"/>
                    </a:ext>
                  </a:extLst>
                </a:gridCol>
                <a:gridCol w="3755366">
                  <a:extLst>
                    <a:ext uri="{9D8B030D-6E8A-4147-A177-3AD203B41FA5}">
                      <a16:colId xmlns:a16="http://schemas.microsoft.com/office/drawing/2014/main" val="2478800152"/>
                    </a:ext>
                  </a:extLst>
                </a:gridCol>
              </a:tblGrid>
              <a:tr h="316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happened?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590099"/>
                  </a:ext>
                </a:extLst>
              </a:tr>
              <a:tr h="537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Ali: 45, 52, 48, 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Raw numbers with no 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2910310"/>
                  </a:ext>
                </a:extLst>
              </a:tr>
              <a:tr h="790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“Ali's first three exam scores are around 50, but his fourth score is 90.”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 organize and give meaning to the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130488"/>
                  </a:ext>
                </a:extLst>
              </a:tr>
              <a:tr h="14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Knowledge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“Ali performs poorly in the first three topics but performs very well in the fourth topic. He probably needs more practice in the first three topics.”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 identify a pattern and understand what it means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082712"/>
                  </a:ext>
                </a:extLst>
              </a:tr>
              <a:tr h="14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Wisdom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“Ali should spend more study time on the first three topics and continue using the study method that helped him achieve 90 on the fourth topic.”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 use knowledge to make a good decision/action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19667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5DC4177-2FD2-1793-1F70-1F5EEA859186}"/>
                  </a:ext>
                </a:extLst>
              </p14:cNvPr>
              <p14:cNvContentPartPr/>
              <p14:nvPr/>
            </p14:nvContentPartPr>
            <p14:xfrm>
              <a:off x="4260240" y="1680120"/>
              <a:ext cx="1869120" cy="530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5DC4177-2FD2-1793-1F70-1F5EEA8591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0880" y="1670760"/>
                <a:ext cx="1887840" cy="54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46391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15</a:t>
            </a:fld>
            <a:endParaRPr lang="en-US"/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altLang="ja-JP" sz="4000" dirty="0">
                <a:latin typeface="Book Antiqua" panose="02040602050305030304" pitchFamily="18" charset="0"/>
              </a:rPr>
              <a:t>Data mining vs Data Science</a:t>
            </a:r>
          </a:p>
        </p:txBody>
      </p:sp>
      <p:sp>
        <p:nvSpPr>
          <p:cNvPr id="6" name="Rectangle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Mining (</a:t>
            </a: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1989 by Gregory </a:t>
            </a:r>
            <a:r>
              <a:rPr lang="en-GB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Piatetsky</a:t>
            </a: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Shapiro</a:t>
            </a:r>
            <a:r>
              <a:rPr lang="en-US" altLang="ja-JP" sz="2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altLang="ja-JP" sz="2000" b="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mining is the </a:t>
            </a:r>
            <a:r>
              <a:rPr lang="en-GB" sz="2000" b="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of extracting and discovering patterns in large </a:t>
            </a:r>
            <a:r>
              <a:rPr lang="en-GB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tooltip="Data s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sets</a:t>
            </a:r>
            <a:r>
              <a:rPr lang="en-GB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involving methods at the intersection of </a:t>
            </a:r>
            <a:r>
              <a:rPr lang="en-GB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 tooltip="Machine learn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 learning</a:t>
            </a:r>
            <a:r>
              <a:rPr lang="en-GB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 </a:t>
            </a:r>
            <a:r>
              <a:rPr lang="en-GB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 tooltip="Statistic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statistics</a:t>
            </a:r>
            <a:r>
              <a:rPr lang="en-GB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 </a:t>
            </a:r>
            <a:r>
              <a:rPr lang="en-GB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 tooltip="Database syst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database systems</a:t>
            </a:r>
            <a:endParaRPr lang="en-GB" sz="20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Data Science (</a:t>
            </a: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1974 by Peter </a:t>
            </a:r>
            <a:r>
              <a:rPr lang="en-GB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Naur</a:t>
            </a: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science is an interdisciplinary academic field that </a:t>
            </a:r>
            <a:r>
              <a:rPr lang="en-GB" sz="2000" b="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statistics, scientific computing, scientific methods, processing, scientific visualization, algorithms and systems to extract or extrapolate knowledge</a:t>
            </a:r>
            <a:r>
              <a:rPr lang="en-GB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insights from </a:t>
            </a:r>
            <a:r>
              <a:rPr lang="en-GB" sz="2000" b="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potentially noisy, structured, or unstructured data</a:t>
            </a:r>
            <a:endParaRPr lang="en-US" altLang="ja-JP" sz="2000" u="sng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352DBF-85EE-49C4-CA5C-2B8E554750B8}"/>
                  </a:ext>
                </a:extLst>
              </p14:cNvPr>
              <p14:cNvContentPartPr/>
              <p14:nvPr/>
            </p14:nvContentPartPr>
            <p14:xfrm>
              <a:off x="7301160" y="5665680"/>
              <a:ext cx="64800" cy="62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352DBF-85EE-49C4-CA5C-2B8E554750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91800" y="5656320"/>
                <a:ext cx="83520" cy="8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29596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1D2B5-F954-787B-26F5-D2BF750BF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ED644-22AA-E547-B3DC-C5B637DEEE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16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E6BB1E3-7BBE-0DF5-B6BD-A218E2D00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altLang="ja-JP" sz="4000" dirty="0">
                <a:latin typeface="Book Antiqua" panose="02040602050305030304" pitchFamily="18" charset="0"/>
              </a:rPr>
              <a:t>Data mining vs Data Science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CEA1B4-F2E6-488E-ABF1-B27381DAD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/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Mining is a subset of Data Science.</a:t>
            </a:r>
          </a:p>
          <a:p>
            <a:pPr lvl="1" algn="l" rtl="0"/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Science covers the whole pipeline (</a:t>
            </a:r>
            <a:r>
              <a:rPr lang="en-GB" b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 → preprocessing → </a:t>
            </a:r>
            <a:r>
              <a:rPr lang="en-GB" b="0" dirty="0" err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</a:t>
            </a:r>
            <a:r>
              <a:rPr lang="en-GB" b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deployment → visualization</a:t>
            </a: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lvl="1" algn="l" rtl="0"/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Mining is mainly about </a:t>
            </a:r>
            <a:r>
              <a:rPr lang="en-GB" b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extracting patterns and knowledge from raw data</a:t>
            </a: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is just one part of Data Science.</a:t>
            </a:r>
          </a:p>
          <a:p>
            <a:pPr algn="l" rtl="0"/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You can think of Data Mining as a specialized technique inside the larger</a:t>
            </a:r>
            <a:endParaRPr lang="tr-TR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rtl="0">
              <a:buNone/>
            </a:pPr>
            <a:r>
              <a:rPr lang="tr-TR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toolbox of Data Science.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altLang="ja-JP" sz="2000" b="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 descr="Output image">
            <a:extLst>
              <a:ext uri="{FF2B5EF4-FFF2-40B4-BE49-F238E27FC236}">
                <a16:creationId xmlns:a16="http://schemas.microsoft.com/office/drawing/2014/main" id="{47C7FFAD-AEA4-4BA3-414E-D2C1F88B23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Picture 7" descr="A diagram of data mining&#10;&#10;AI-generated content may be incorrect.">
            <a:extLst>
              <a:ext uri="{FF2B5EF4-FFF2-40B4-BE49-F238E27FC236}">
                <a16:creationId xmlns:a16="http://schemas.microsoft.com/office/drawing/2014/main" id="{499C61BA-4BD6-5487-77B7-162AACBE52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314" y="3245099"/>
            <a:ext cx="2704122" cy="28350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0E554BC-ADE2-0CF9-901E-4AEAE95468E0}"/>
                  </a:ext>
                </a:extLst>
              </p14:cNvPr>
              <p14:cNvContentPartPr/>
              <p14:nvPr/>
            </p14:nvContentPartPr>
            <p14:xfrm>
              <a:off x="1159920" y="2160360"/>
              <a:ext cx="10137240" cy="2588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0E554BC-ADE2-0CF9-901E-4AEAE95468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0560" y="2151000"/>
                <a:ext cx="10155960" cy="260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71218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F7111-49D1-EC8D-C266-0100E4509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12226-F4BF-7CC3-C04F-70744A6EB3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17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9EB2FB-309B-3688-13AA-54ACD5CCF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tr-TR" altLang="ja-JP" sz="4000" dirty="0" err="1">
                <a:latin typeface="Book Antiqua" panose="02040602050305030304" pitchFamily="18" charset="0"/>
              </a:rPr>
              <a:t>Terminology</a:t>
            </a:r>
            <a:endParaRPr lang="en-US" altLang="ja-JP" sz="4000" dirty="0">
              <a:latin typeface="Book Antiqua" panose="0204060205030503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401A426-B714-827B-B0FD-2012A17CF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tr-TR" altLang="ja-JP" sz="2000" b="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ja-JP" sz="2000" b="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 descr="Output image">
            <a:extLst>
              <a:ext uri="{FF2B5EF4-FFF2-40B4-BE49-F238E27FC236}">
                <a16:creationId xmlns:a16="http://schemas.microsoft.com/office/drawing/2014/main" id="{96A04ADD-D7A0-F5C8-D4BD-83010289EF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B5A2B9-70B0-D741-E180-15203F903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610745"/>
              </p:ext>
            </p:extLst>
          </p:nvPr>
        </p:nvGraphicFramePr>
        <p:xfrm>
          <a:off x="239713" y="1527493"/>
          <a:ext cx="11785600" cy="36576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572836796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187013423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4065578334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312168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Aspect</a:t>
                      </a:r>
                      <a:endParaRPr lang="en-US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Scientist</a:t>
                      </a:r>
                      <a:endPara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ML Engineer</a:t>
                      </a:r>
                      <a:endPara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Engineer</a:t>
                      </a:r>
                      <a:endPara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029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Goal</a:t>
                      </a:r>
                      <a:endPara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Analyze data &amp; generate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Deploy and scale ML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Build AI-powered 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16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Focus</a:t>
                      </a:r>
                      <a:endPara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Statistics, ML,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MLOps &amp; production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LLMs, RAG, agents, multimodal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862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Typical Work</a:t>
                      </a:r>
                      <a:endPara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analysis,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Training, deployment,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assistants, chatbots, copilots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967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Main Skills</a:t>
                      </a:r>
                      <a:endPara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Statistics, Python, 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Python, Docker, Kubernetes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Python, LLM APIs, AI frameworks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400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Output</a:t>
                      </a:r>
                      <a:endPara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Reports &amp; predictive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 ML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Intelligent AI 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101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Common Employers</a:t>
                      </a:r>
                      <a:endPara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Finance, Healthcare, Retail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 companies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startups &amp; Enterprise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664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4970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z="1600" smtClean="0"/>
              <a:pPr/>
              <a:t>18</a:t>
            </a:fld>
            <a:endParaRPr lang="en-US" sz="1600"/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rtl="0" fontAlgn="auto">
              <a:spcAft>
                <a:spcPts val="0"/>
              </a:spcAft>
              <a:defRPr/>
            </a:pPr>
            <a:r>
              <a:rPr lang="en-US" altLang="ja-JP" sz="3600" dirty="0">
                <a:latin typeface="Book Antiqua" panose="02040602050305030304" pitchFamily="18" charset="0"/>
              </a:rPr>
              <a:t>Data Science-related fields</a:t>
            </a:r>
          </a:p>
        </p:txBody>
      </p:sp>
      <p:sp>
        <p:nvSpPr>
          <p:cNvPr id="6" name="Rectangle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000" b="1" dirty="0">
                <a:solidFill>
                  <a:schemeClr val="accent1"/>
                </a:solidFill>
                <a:latin typeface="Book Antiqua" panose="02040602050305030304" pitchFamily="18" charset="0"/>
                <a:ea typeface="+mj-ea"/>
                <a:cs typeface="+mj-cs"/>
              </a:rPr>
              <a:t>   </a:t>
            </a:r>
          </a:p>
        </p:txBody>
      </p:sp>
      <p:sp>
        <p:nvSpPr>
          <p:cNvPr id="2" name="Oval 19">
            <a:extLst>
              <a:ext uri="{FF2B5EF4-FFF2-40B4-BE49-F238E27FC236}">
                <a16:creationId xmlns:a16="http://schemas.microsoft.com/office/drawing/2014/main" id="{6A72DBBF-5BB2-E56C-2D76-EBD45AD75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200400"/>
            <a:ext cx="2286000" cy="1066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bg1"/>
                </a:solidFill>
              </a:rPr>
              <a:t>Data Science</a:t>
            </a:r>
          </a:p>
        </p:txBody>
      </p:sp>
      <p:sp>
        <p:nvSpPr>
          <p:cNvPr id="3" name="Line 13">
            <a:extLst>
              <a:ext uri="{FF2B5EF4-FFF2-40B4-BE49-F238E27FC236}">
                <a16:creationId xmlns:a16="http://schemas.microsoft.com/office/drawing/2014/main" id="{604F4E53-0BC8-EE3A-FF79-FA1FA3619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6576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 sz="1600"/>
          </a:p>
        </p:txBody>
      </p:sp>
      <p:sp>
        <p:nvSpPr>
          <p:cNvPr id="7" name="Line 14">
            <a:extLst>
              <a:ext uri="{FF2B5EF4-FFF2-40B4-BE49-F238E27FC236}">
                <a16:creationId xmlns:a16="http://schemas.microsoft.com/office/drawing/2014/main" id="{4E8CF686-B7AA-95BF-4661-3369F99375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2438400"/>
            <a:ext cx="1905000" cy="762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 sz="1600"/>
          </a:p>
        </p:txBody>
      </p:sp>
      <p:sp>
        <p:nvSpPr>
          <p:cNvPr id="8" name="Line 15">
            <a:extLst>
              <a:ext uri="{FF2B5EF4-FFF2-40B4-BE49-F238E27FC236}">
                <a16:creationId xmlns:a16="http://schemas.microsoft.com/office/drawing/2014/main" id="{C9400935-6D57-E377-DD0E-A3866A0F03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0800" y="2362200"/>
            <a:ext cx="1905000" cy="838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 sz="1600"/>
          </a:p>
        </p:txBody>
      </p:sp>
      <p:sp>
        <p:nvSpPr>
          <p:cNvPr id="9" name="Line 16">
            <a:extLst>
              <a:ext uri="{FF2B5EF4-FFF2-40B4-BE49-F238E27FC236}">
                <a16:creationId xmlns:a16="http://schemas.microsoft.com/office/drawing/2014/main" id="{5A4E43EF-5FCC-3736-DE4A-BE90BC649C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36576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 sz="1600"/>
          </a:p>
        </p:txBody>
      </p:sp>
      <p:sp>
        <p:nvSpPr>
          <p:cNvPr id="10" name="Line 17">
            <a:extLst>
              <a:ext uri="{FF2B5EF4-FFF2-40B4-BE49-F238E27FC236}">
                <a16:creationId xmlns:a16="http://schemas.microsoft.com/office/drawing/2014/main" id="{CB496601-9C0D-52BE-55AB-9EDFC64D81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53200" y="4191000"/>
            <a:ext cx="1981200" cy="762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 sz="1600"/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0C41503E-9821-4039-797E-D34CF9DE30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4191000"/>
            <a:ext cx="1600200" cy="762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 sz="1600"/>
          </a:p>
        </p:txBody>
      </p:sp>
      <p:sp>
        <p:nvSpPr>
          <p:cNvPr id="12" name="Oval 21">
            <a:extLst>
              <a:ext uri="{FF2B5EF4-FFF2-40B4-BE49-F238E27FC236}">
                <a16:creationId xmlns:a16="http://schemas.microsoft.com/office/drawing/2014/main" id="{C4C788FF-6C26-919E-9FA1-124C38672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6002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Machine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Learning</a:t>
            </a:r>
          </a:p>
        </p:txBody>
      </p:sp>
      <p:sp>
        <p:nvSpPr>
          <p:cNvPr id="13" name="Oval 22">
            <a:extLst>
              <a:ext uri="{FF2B5EF4-FFF2-40B4-BE49-F238E27FC236}">
                <a16:creationId xmlns:a16="http://schemas.microsoft.com/office/drawing/2014/main" id="{48644CEB-D6B2-F2DA-B651-844273F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1600200"/>
            <a:ext cx="20574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Statistics</a:t>
            </a:r>
          </a:p>
        </p:txBody>
      </p:sp>
      <p:sp>
        <p:nvSpPr>
          <p:cNvPr id="14" name="Oval 23">
            <a:extLst>
              <a:ext uri="{FF2B5EF4-FFF2-40B4-BE49-F238E27FC236}">
                <a16:creationId xmlns:a16="http://schemas.microsoft.com/office/drawing/2014/main" id="{350720E9-C685-3A18-164E-483870262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2766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Data Structures</a:t>
            </a:r>
          </a:p>
        </p:txBody>
      </p:sp>
      <p:sp>
        <p:nvSpPr>
          <p:cNvPr id="15" name="Oval 24">
            <a:extLst>
              <a:ext uri="{FF2B5EF4-FFF2-40B4-BE49-F238E27FC236}">
                <a16:creationId xmlns:a16="http://schemas.microsoft.com/office/drawing/2014/main" id="{477B1351-F816-09A3-8F2F-47482C3AF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7244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Algorithm</a:t>
            </a:r>
          </a:p>
        </p:txBody>
      </p:sp>
      <p:sp>
        <p:nvSpPr>
          <p:cNvPr id="16" name="Oval 25">
            <a:extLst>
              <a:ext uri="{FF2B5EF4-FFF2-40B4-BE49-F238E27FC236}">
                <a16:creationId xmlns:a16="http://schemas.microsoft.com/office/drawing/2014/main" id="{5BC389B1-16C2-E85A-895F-22EEDD28D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6002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Pattern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Recognition</a:t>
            </a:r>
          </a:p>
        </p:txBody>
      </p:sp>
      <p:sp>
        <p:nvSpPr>
          <p:cNvPr id="17" name="Oval 26">
            <a:extLst>
              <a:ext uri="{FF2B5EF4-FFF2-40B4-BE49-F238E27FC236}">
                <a16:creationId xmlns:a16="http://schemas.microsoft.com/office/drawing/2014/main" id="{C70E8729-4046-9219-2F0D-9049DC6B6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48768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High-Performance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Computing</a:t>
            </a:r>
          </a:p>
        </p:txBody>
      </p:sp>
      <p:sp>
        <p:nvSpPr>
          <p:cNvPr id="18" name="Oval 27">
            <a:extLst>
              <a:ext uri="{FF2B5EF4-FFF2-40B4-BE49-F238E27FC236}">
                <a16:creationId xmlns:a16="http://schemas.microsoft.com/office/drawing/2014/main" id="{9EE14540-C176-30AE-2617-32A2BF5FD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32004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Visualization</a:t>
            </a:r>
            <a:endParaRPr lang="en-US" altLang="en-US" sz="1800"/>
          </a:p>
        </p:txBody>
      </p:sp>
      <p:sp>
        <p:nvSpPr>
          <p:cNvPr id="19" name="Line 28">
            <a:extLst>
              <a:ext uri="{FF2B5EF4-FFF2-40B4-BE49-F238E27FC236}">
                <a16:creationId xmlns:a16="http://schemas.microsoft.com/office/drawing/2014/main" id="{A08CDD06-4212-3CBF-4317-BD4214D266A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19800" y="42672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 sz="1600"/>
          </a:p>
        </p:txBody>
      </p:sp>
      <p:sp>
        <p:nvSpPr>
          <p:cNvPr id="20" name="Oval 30">
            <a:extLst>
              <a:ext uri="{FF2B5EF4-FFF2-40B4-BE49-F238E27FC236}">
                <a16:creationId xmlns:a16="http://schemas.microsoft.com/office/drawing/2014/main" id="{CABE87C2-4B68-8721-51F2-E8DE4343F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8006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Database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Technology</a:t>
            </a:r>
          </a:p>
        </p:txBody>
      </p:sp>
      <p:sp>
        <p:nvSpPr>
          <p:cNvPr id="21" name="Line 31">
            <a:extLst>
              <a:ext uri="{FF2B5EF4-FFF2-40B4-BE49-F238E27FC236}">
                <a16:creationId xmlns:a16="http://schemas.microsoft.com/office/drawing/2014/main" id="{C7E0FCF5-7DCB-7DEA-2743-9617A7A721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438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4870358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19</a:t>
            </a:fld>
            <a:endParaRPr lang="en-US"/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altLang="ja-JP" sz="4000">
                <a:latin typeface="Book Antiqua" panose="02040602050305030304" pitchFamily="18" charset="0"/>
              </a:rPr>
              <a:t>Applications of Data </a:t>
            </a:r>
            <a:r>
              <a:rPr lang="en-US" altLang="ja-JP" sz="4000" dirty="0">
                <a:latin typeface="Book Antiqua" panose="02040602050305030304" pitchFamily="18" charset="0"/>
              </a:rPr>
              <a:t>Science</a:t>
            </a:r>
          </a:p>
        </p:txBody>
      </p:sp>
      <p:sp>
        <p:nvSpPr>
          <p:cNvPr id="6" name="Rectangle 3"/>
          <p:cNvSpPr>
            <a:spLocks noGrp="1"/>
          </p:cNvSpPr>
          <p:nvPr>
            <p:ph idx="1"/>
          </p:nvPr>
        </p:nvSpPr>
        <p:spPr>
          <a:xfrm>
            <a:off x="203200" y="1104900"/>
            <a:ext cx="11785600" cy="4975226"/>
          </a:xfrm>
        </p:spPr>
        <p:txBody>
          <a:bodyPr>
            <a:noAutofit/>
          </a:bodyPr>
          <a:lstStyle/>
          <a:p>
            <a:pPr algn="l" rtl="0" eaLnBrk="1" hangingPunct="1">
              <a:lnSpc>
                <a:spcPct val="110000"/>
              </a:lnSpc>
            </a:pPr>
            <a:r>
              <a:rPr lang="en-US" altLang="ja-JP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card fraud detection,</a:t>
            </a:r>
          </a:p>
          <a:p>
            <a:pPr algn="l" rtl="0" eaLnBrk="1" hangingPunct="1">
              <a:lnSpc>
                <a:spcPct val="110000"/>
              </a:lnSpc>
            </a:pP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 </a:t>
            </a:r>
            <a:r>
              <a:rPr lang="en-US" altLang="en-US" sz="20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estimation</a:t>
            </a:r>
          </a:p>
          <a:p>
            <a:pPr algn="l" rtl="0" eaLnBrk="1" hangingPunct="1">
              <a:lnSpc>
                <a:spcPct val="110000"/>
              </a:lnSpc>
            </a:pP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</a:t>
            </a:r>
            <a:r>
              <a:rPr lang="tr-TR" altLang="en-US" sz="20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uster</a:t>
            </a:r>
            <a:r>
              <a:rPr lang="en-US" altLang="en-US" sz="20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</a:t>
            </a:r>
            <a:r>
              <a:rPr lang="tr-TR" alt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tr-TR" altLang="en-US" sz="20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Classifying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stars, diseases,  web-pages, …</a:t>
            </a:r>
          </a:p>
          <a:p>
            <a:pPr algn="l" rtl="0" eaLnBrk="1" hangingPunct="1">
              <a:lnSpc>
                <a:spcPct val="110000"/>
              </a:lnSpc>
            </a:pP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Categorization of people in social media</a:t>
            </a:r>
          </a:p>
          <a:p>
            <a:pPr algn="l" rtl="0" eaLnBrk="1" hangingPunct="1">
              <a:lnSpc>
                <a:spcPct val="110000"/>
              </a:lnSpc>
            </a:pP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Cancer detection</a:t>
            </a:r>
          </a:p>
          <a:p>
            <a:pPr algn="l" rtl="0" eaLnBrk="1" hangingPunct="1">
              <a:lnSpc>
                <a:spcPct val="110000"/>
              </a:lnSpc>
            </a:pP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 market price detection</a:t>
            </a:r>
          </a:p>
          <a:p>
            <a:pPr algn="l" rtl="0" eaLnBrk="1" hangingPunct="1">
              <a:lnSpc>
                <a:spcPct val="110000"/>
              </a:lnSpc>
            </a:pP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Fake unemployment claim detection</a:t>
            </a:r>
          </a:p>
          <a:p>
            <a:pPr algn="l" rtl="0" eaLnBrk="1" hangingPunct="1">
              <a:lnSpc>
                <a:spcPct val="110000"/>
              </a:lnSpc>
            </a:pP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altLang="ja-JP" sz="24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8103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924A7-6FEF-418C-9F02-A83E696E4B38}" type="slidenum">
              <a:rPr lang="ar-SA" smtClean="0"/>
              <a:pPr/>
              <a:t>20</a:t>
            </a:fld>
            <a:endParaRPr lang="en-US"/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en-US" altLang="ja-JP" sz="4000" dirty="0">
                <a:latin typeface="Book Antiqua" panose="02040602050305030304" pitchFamily="18" charset="0"/>
              </a:rPr>
              <a:t>Summary</a:t>
            </a:r>
          </a:p>
        </p:txBody>
      </p:sp>
      <p:sp>
        <p:nvSpPr>
          <p:cNvPr id="6" name="Rectangle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science is an interdisciplinary academic field that  extract knowledge from potentially noisy, structured, or unstructured data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science requires statistics, mathematics, algorithms, database technology and … 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science is not machine learning (ML) but uses ML to extract knowledge from data.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altLang="ja-JP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will use Python to implement the taught concepts on Google </a:t>
            </a:r>
            <a:r>
              <a:rPr lang="en-GB" altLang="ja-JP" sz="20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Colab</a:t>
            </a:r>
            <a:r>
              <a:rPr lang="en-GB" altLang="ja-JP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GB" altLang="ja-JP" sz="20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GB" altLang="ja-JP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Lab.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altLang="ja-JP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Choosing and solving a real-world problem from the scratch is expected in this course.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Mining is a subset of Data Science.</a:t>
            </a: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altLang="ja-JP" sz="18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ja-JP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466610-55F0-BBF5-EBD9-5D818139D785}"/>
                  </a:ext>
                </a:extLst>
              </p14:cNvPr>
              <p14:cNvContentPartPr/>
              <p14:nvPr/>
            </p14:nvContentPartPr>
            <p14:xfrm>
              <a:off x="1971720" y="1777680"/>
              <a:ext cx="9009720" cy="2956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466610-55F0-BBF5-EBD9-5D818139D7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2360" y="1768320"/>
                <a:ext cx="9028440" cy="297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98565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rtl="1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endParaRPr lang="en-US" sz="1600" b="1">
              <a:solidFill>
                <a:schemeClr val="accent2"/>
              </a:solidFill>
              <a:latin typeface="Arial" panose="020B0604020202020204" pitchFamily="34" charset="0"/>
              <a:cs typeface="B Titr" panose="00000700000000000000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 rot="1053018">
            <a:off x="9136709" y="583802"/>
            <a:ext cx="2432077" cy="450892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28700" b="1" dirty="0">
                <a:ln w="9525">
                  <a:solidFill>
                    <a:srgbClr val="FFFF00"/>
                  </a:solidFill>
                  <a:prstDash val="solid"/>
                </a:ln>
                <a:solidFill>
                  <a:srgbClr val="FF0000"/>
                </a:solidFill>
                <a:effectLst>
                  <a:glow rad="228600">
                    <a:srgbClr val="00B0F0">
                      <a:alpha val="40000"/>
                    </a:srgbClr>
                  </a:glow>
                  <a:outerShdw blurRad="75057" dist="38100" dir="5400000" sy="-20000" rotWithShape="0">
                    <a:prstClr val="black">
                      <a:alpha val="25000"/>
                    </a:prstClr>
                  </a:outerShdw>
                  <a:reflection blurRad="6350" stA="60000" endA="900" endPos="58000" dir="5400000" sy="-100000" algn="bl" rotWithShape="0"/>
                </a:effectLst>
              </a:rPr>
              <a:t>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07628" cy="6910929"/>
          </a:xfrm>
          <a:prstGeom prst="rect">
            <a:avLst/>
          </a:prstGeom>
        </p:spPr>
      </p:pic>
      <p:pic>
        <p:nvPicPr>
          <p:cNvPr id="6" name="Picture 2" descr="D:\Users\SUUSER\Desktop\image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1289870">
            <a:off x="3356193" y="4197701"/>
            <a:ext cx="1967783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 bwMode="auto">
          <a:xfrm rot="21119684">
            <a:off x="579549" y="1378038"/>
            <a:ext cx="6516710" cy="888643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arrow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fa-IR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rahim.</a:t>
            </a:r>
            <a:r>
              <a:rPr lang="en-US" sz="2000" b="1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dehkharghani</a:t>
            </a:r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@khas.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edu.tr</a:t>
            </a:r>
          </a:p>
        </p:txBody>
      </p:sp>
    </p:spTree>
    <p:extLst>
      <p:ext uri="{BB962C8B-B14F-4D97-AF65-F5344CB8AC3E}">
        <p14:creationId xmlns:p14="http://schemas.microsoft.com/office/powerpoint/2010/main" val="243600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Franklin Gothic Medium"/>
        <a:ea typeface=""/>
        <a:cs typeface="B Kourosh"/>
      </a:majorFont>
      <a:minorFont>
        <a:latin typeface="Georgia"/>
        <a:ea typeface=""/>
        <a:cs typeface="B Tit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 w="lg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panose="020B0604020202020204" pitchFamily="34" charset="0"/>
            <a:cs typeface="B Titr" panose="00000700000000000000" pitchFamily="2" charset="-7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 w="lg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panose="020B0604020202020204" pitchFamily="34" charset="0"/>
            <a:cs typeface="B Titr" panose="00000700000000000000" pitchFamily="2" charset="-78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6273</TotalTime>
  <Words>973</Words>
  <Application>Microsoft Office PowerPoint</Application>
  <PresentationFormat>Widescreen</PresentationFormat>
  <Paragraphs>201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Book Antiqua</vt:lpstr>
      <vt:lpstr>Calibri</vt:lpstr>
      <vt:lpstr>Franklin Gothic Medium</vt:lpstr>
      <vt:lpstr>Georgia</vt:lpstr>
      <vt:lpstr>Times New Roman</vt:lpstr>
      <vt:lpstr>Wingdings</vt:lpstr>
      <vt:lpstr>1_Default Design</vt:lpstr>
      <vt:lpstr>.</vt:lpstr>
      <vt:lpstr>     Reference Book</vt:lpstr>
      <vt:lpstr>     Reference Book</vt:lpstr>
      <vt:lpstr>     Reference Book</vt:lpstr>
      <vt:lpstr>     More Reference Book</vt:lpstr>
      <vt:lpstr>  Syllabus</vt:lpstr>
      <vt:lpstr>  Grading</vt:lpstr>
      <vt:lpstr>Contact info</vt:lpstr>
      <vt:lpstr>Data Science/mining tools</vt:lpstr>
      <vt:lpstr>IDE</vt:lpstr>
      <vt:lpstr>IDE</vt:lpstr>
      <vt:lpstr>Prerequisites</vt:lpstr>
      <vt:lpstr>Knowledge triangle</vt:lpstr>
      <vt:lpstr>Knowledge triangle</vt:lpstr>
      <vt:lpstr>Data mining vs Data Science</vt:lpstr>
      <vt:lpstr>Data mining vs Data Science</vt:lpstr>
      <vt:lpstr>Terminology</vt:lpstr>
      <vt:lpstr>Data Science-related fields</vt:lpstr>
      <vt:lpstr>Applications of Data Science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Mahdi</dc:creator>
  <cp:lastModifiedBy>Rahim Dehkharghani</cp:lastModifiedBy>
  <cp:revision>383</cp:revision>
  <dcterms:created xsi:type="dcterms:W3CDTF">2014-12-01T17:48:25Z</dcterms:created>
  <dcterms:modified xsi:type="dcterms:W3CDTF">2026-10-14T11:29:18Z</dcterms:modified>
</cp:coreProperties>
</file>